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6e040558a4573" /><Relationship Type="http://schemas.openxmlformats.org/officeDocument/2006/relationships/extended-properties" Target="/docProps/app.xml" Id="Rc399f9a9dd6e442c" /><Relationship Type="http://schemas.openxmlformats.org/officeDocument/2006/relationships/officeDocument" Target="/ppt/presentation.xml" Id="Rcb04e1b47b4448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a5c60be8f4c5c"/>
  </p:sldMasterIdLst>
  <p:notesMasterIdLst>
    <p:notesMasterId xmlns:r="http://schemas.openxmlformats.org/officeDocument/2006/relationships" r:id="R22665fceb0f04423"/>
  </p:notesMasterIdLst>
  <p:sldIdLst>
    <p:sldId xmlns:r="http://schemas.openxmlformats.org/officeDocument/2006/relationships" id="256" r:id="R6e9b9245929042fc"/>
    <p:sldId xmlns:r="http://schemas.openxmlformats.org/officeDocument/2006/relationships" id="257" r:id="Rf772c2f693a94871"/>
    <p:sldId xmlns:r="http://schemas.openxmlformats.org/officeDocument/2006/relationships" id="258" r:id="R9ae47288fb234270"/>
    <p:sldId xmlns:r="http://schemas.openxmlformats.org/officeDocument/2006/relationships" id="259" r:id="Reb7ba30a5193499a"/>
    <p:sldId xmlns:r="http://schemas.openxmlformats.org/officeDocument/2006/relationships" id="260" r:id="R15ab010fa9d641e5"/>
    <p:sldId xmlns:r="http://schemas.openxmlformats.org/officeDocument/2006/relationships" id="261" r:id="Rf55e0e3751794476"/>
    <p:sldId xmlns:r="http://schemas.openxmlformats.org/officeDocument/2006/relationships" id="262" r:id="R30f4a8694c4a43b8"/>
    <p:sldId xmlns:r="http://schemas.openxmlformats.org/officeDocument/2006/relationships" id="263" r:id="Rf9253c9881304c01"/>
    <p:sldId xmlns:r="http://schemas.openxmlformats.org/officeDocument/2006/relationships" id="264" r:id="Rf9ffb5e09b964e5e"/>
    <p:sldId xmlns:r="http://schemas.openxmlformats.org/officeDocument/2006/relationships" id="265" r:id="Ra13d327b0f2c42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15a8fded44899" /><Relationship Type="http://schemas.openxmlformats.org/officeDocument/2006/relationships/slideMaster" Target="/ppt/slideMasters/slideMaster1.xml" Id="R2e7a5c60be8f4c5c" /><Relationship Type="http://schemas.openxmlformats.org/officeDocument/2006/relationships/notesMaster" Target="/ppt/notesMasters/notesMaster1.xml" Id="R22665fceb0f04423" /><Relationship Type="http://schemas.openxmlformats.org/officeDocument/2006/relationships/presProps" Target="/ppt/presProps.xml" Id="Re9e30b3905c5492b" /><Relationship Type="http://schemas.openxmlformats.org/officeDocument/2006/relationships/tableStyles" Target="/ppt/tableStyles.xml" Id="R0ba15bd8e2bf4a0b" /><Relationship Type="http://schemas.openxmlformats.org/officeDocument/2006/relationships/slide" Target="/ppt/slides/slide1.xml" Id="R6e9b9245929042fc" /><Relationship Type="http://schemas.openxmlformats.org/officeDocument/2006/relationships/slide" Target="/ppt/slides/slide2.xml" Id="Rf772c2f693a94871" /><Relationship Type="http://schemas.openxmlformats.org/officeDocument/2006/relationships/slide" Target="/ppt/slides/slide3.xml" Id="R9ae47288fb234270" /><Relationship Type="http://schemas.openxmlformats.org/officeDocument/2006/relationships/slide" Target="/ppt/slides/slide4.xml" Id="Reb7ba30a5193499a" /><Relationship Type="http://schemas.openxmlformats.org/officeDocument/2006/relationships/slide" Target="/ppt/slides/slide5.xml" Id="R15ab010fa9d641e5" /><Relationship Type="http://schemas.openxmlformats.org/officeDocument/2006/relationships/slide" Target="/ppt/slides/slide6.xml" Id="Rf55e0e3751794476" /><Relationship Type="http://schemas.openxmlformats.org/officeDocument/2006/relationships/slide" Target="/ppt/slides/slide7.xml" Id="R30f4a8694c4a43b8" /><Relationship Type="http://schemas.openxmlformats.org/officeDocument/2006/relationships/slide" Target="/ppt/slides/slide8.xml" Id="Rf9253c9881304c01" /><Relationship Type="http://schemas.openxmlformats.org/officeDocument/2006/relationships/slide" Target="/ppt/slides/slide9.xml" Id="Rf9ffb5e09b964e5e" /><Relationship Type="http://schemas.openxmlformats.org/officeDocument/2006/relationships/slide" Target="/ppt/slides/slide10.xml" Id="Ra13d327b0f2c42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5af4900e7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716685a1434f74" /><Relationship Type="http://schemas.openxmlformats.org/officeDocument/2006/relationships/notesMaster" Target="/ppt/notesMasters/notesMaster1.xml" Id="Re7b25cbc32494e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d1cddfe5984f51" /><Relationship Type="http://schemas.openxmlformats.org/officeDocument/2006/relationships/notesMaster" Target="/ppt/notesMasters/notesMaster1.xml" Id="R804d614f821f41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dec46e7bc4fce" /><Relationship Type="http://schemas.openxmlformats.org/officeDocument/2006/relationships/notesMaster" Target="/ppt/notesMasters/notesMaster1.xml" Id="R6a7e57b6082e46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91594208f245b3" /><Relationship Type="http://schemas.openxmlformats.org/officeDocument/2006/relationships/notesMaster" Target="/ppt/notesMasters/notesMaster1.xml" Id="Rab34c2950a1e44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a104d9242248f2" /><Relationship Type="http://schemas.openxmlformats.org/officeDocument/2006/relationships/notesMaster" Target="/ppt/notesMasters/notesMaster1.xml" Id="Rcc826cd0fc5043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2f8ba96d4c47bf" /><Relationship Type="http://schemas.openxmlformats.org/officeDocument/2006/relationships/notesMaster" Target="/ppt/notesMasters/notesMaster1.xml" Id="R08eb2c7130634f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1e6ef8c3f84fe8" /><Relationship Type="http://schemas.openxmlformats.org/officeDocument/2006/relationships/notesMaster" Target="/ppt/notesMasters/notesMaster1.xml" Id="R9301c7afd4ab45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9a83956f7d4756" /><Relationship Type="http://schemas.openxmlformats.org/officeDocument/2006/relationships/notesMaster" Target="/ppt/notesMasters/notesMaster1.xml" Id="R462ddb42591d4a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fd077f7268479a" /><Relationship Type="http://schemas.openxmlformats.org/officeDocument/2006/relationships/notesMaster" Target="/ppt/notesMasters/notesMaster1.xml" Id="R2a86d301da4144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6d17edbd184dc8" /><Relationship Type="http://schemas.openxmlformats.org/officeDocument/2006/relationships/notesMaster" Target="/ppt/notesMasters/notesMaster1.xml" Id="Rae19f00e36e8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outcome: more enquiries converted into confirmed appointments.</a:t>
            </a:r>
          </a:p>
          <a:p xmlns:a="http://schemas.openxmlformats.org/drawingml/2006/main">
            <a:r>
              <a:t>Position the HMS as the expansion path after the patient acquisition layer is 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a current loss percentage unless the hospital supplies data.</a:t>
            </a:r>
          </a:p>
          <a:p xmlns:a="http://schemas.openxmlformats.org/drawingml/2006/main">
            <a:r>
              <a:t>Ask where most enquiries currently arrive and when reception pressure peaks.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channels do not maintain separate calendars.</a:t>
            </a:r>
          </a:p>
          <a:p xmlns:a="http://schemas.openxmlformats.org/drawingml/2006/main">
            <a:r>
              <a:t>A single booking engine reduces double handling and supports consistent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one example: a caller asks for a cardiology appointment, hears available slots and confirms without waiting for reception.</a:t>
            </a:r>
          </a:p>
          <a:p xmlns:a="http://schemas.openxmlformats.org/drawingml/2006/main">
            <a:r>
              <a:t>Mention that staff remain able to review and correct exceptions.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assigned number and call history if available.</a:t>
            </a:r>
          </a:p>
          <a:p xmlns:a="http://schemas.openxmlformats.org/drawingml/2006/main">
            <a:r>
              <a:t>Do not promise medical advice. Keep the voice agent focused on front desk information and appointments.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WhatsApp as a guided booking journey, not an open-ended medical chatbot.</a:t>
            </a:r>
          </a:p>
          <a:p xmlns:a="http://schemas.openxmlformats.org/drawingml/2006/main">
            <a:r>
              <a:t>Provider activation depends on the hospital’s Meta Business and phone-number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becomes the hospital’s operational source of truth for appointments.</a:t>
            </a:r>
          </a:p>
          <a:p xmlns:a="http://schemas.openxmlformats.org/drawingml/2006/main">
            <a:r>
              <a:t>Role-based access limits what front desk, clinicians and administrators can see or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what exists now from what follows later.</a:t>
            </a:r>
          </a:p>
          <a:p xmlns:a="http://schemas.openxmlformats.org/drawingml/2006/main">
            <a:r>
              <a:t>Use Phase 1 operating data and staff feedback to prioritise the HMS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commit dates before confirming integrations, data readiness and approval owners.</a:t>
            </a:r>
          </a:p>
          <a:p xmlns:a="http://schemas.openxmlformats.org/drawingml/2006/main">
            <a:r>
              <a:t>Recommend one facility or department first so both teams can validate the patient journey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a pilot sponsor and a working session with reception and IT.</a:t>
            </a:r>
          </a:p>
          <a:p xmlns:a="http://schemas.openxmlformats.org/drawingml/2006/main">
            <a:r>
              <a:t>Offer a short demonstration of voice, web booking and the staff workspace after the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68427043d49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b9e99350b48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411419fbf47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d823381ce47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698485c6741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9b4afbee149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83E62B-D887-4931-8DD6-23C14FB79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34ACE0-0E12-406A-8FFE-865A8117B9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0FAD43-024F-4613-AE29-0DC1EB6E9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C5B631-547F-46A8-97BB-2CA90A33C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9AE5F7-1B3E-4A81-A67A-8EC23B06A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FEC57D-E084-4693-A85B-0593EDD04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39DC39-42F9-41AA-A71D-C2937F0E9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4819E1-5453-49D3-8FDB-8A74CDAD7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7E467-1FFD-4CC8-8853-8AEEFF290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F4DEF2-1460-4FDF-924B-E9599C722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1674a29c29439e" /><Relationship Type="http://schemas.openxmlformats.org/officeDocument/2006/relationships/slideLayout" Target="/ppt/slideLayouts/slideLayout1.xml" Id="Re3bbda4b639b4e59" /><Relationship Type="http://schemas.openxmlformats.org/officeDocument/2006/relationships/slideLayout" Target="/ppt/slideLayouts/slideLayout2.xml" Id="Rb962a54a245f4291" /><Relationship Type="http://schemas.openxmlformats.org/officeDocument/2006/relationships/slideLayout" Target="/ppt/slideLayouts/slideLayout3.xml" Id="Rca990646d66b4629" /><Relationship Type="http://schemas.openxmlformats.org/officeDocument/2006/relationships/slideLayout" Target="/ppt/slideLayouts/slideLayout4.xml" Id="R3284afe2ff324be0" /><Relationship Type="http://schemas.openxmlformats.org/officeDocument/2006/relationships/slideLayout" Target="/ppt/slideLayouts/slideLayout5.xml" Id="R7290ebdf8d5e475f" /><Relationship Type="http://schemas.openxmlformats.org/officeDocument/2006/relationships/slideLayout" Target="/ppt/slideLayouts/slideLayout6.xml" Id="R9a2450077331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bbda4b639b4e59"/>
    <p:sldLayoutId xmlns:r="http://schemas.openxmlformats.org/officeDocument/2006/relationships" id="2147483650" r:id="Rb962a54a245f4291"/>
    <p:sldLayoutId xmlns:r="http://schemas.openxmlformats.org/officeDocument/2006/relationships" id="2147483651" r:id="Rca990646d66b4629"/>
    <p:sldLayoutId xmlns:r="http://schemas.openxmlformats.org/officeDocument/2006/relationships" id="2147483652" r:id="R3284afe2ff324be0"/>
    <p:sldLayoutId xmlns:r="http://schemas.openxmlformats.org/officeDocument/2006/relationships" id="2147483653" r:id="R7290ebdf8d5e475f"/>
    <p:sldLayoutId xmlns:r="http://schemas.openxmlformats.org/officeDocument/2006/relationships" id="2147483654" r:id="R9a2450077331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9b41c2ae242f1" /><Relationship Type="http://schemas.openxmlformats.org/officeDocument/2006/relationships/notesSlide" Target="/ppt/notesSlides/notesSlide1.xml" Id="Ref547ff080ec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daf4ca76d4228" /><Relationship Type="http://schemas.openxmlformats.org/officeDocument/2006/relationships/notesSlide" Target="/ppt/notesSlides/notesSlide2.xml" Id="Re9c345d250624c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09930d9f3411c" /><Relationship Type="http://schemas.openxmlformats.org/officeDocument/2006/relationships/notesSlide" Target="/ppt/notesSlides/notesSlide3.xml" Id="R974a7f1070a1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2c3aff29b4beb" /><Relationship Type="http://schemas.openxmlformats.org/officeDocument/2006/relationships/notesSlide" Target="/ppt/notesSlides/notesSlide4.xml" Id="Ra523f5ca46f64f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4a1e591f740ac" /><Relationship Type="http://schemas.openxmlformats.org/officeDocument/2006/relationships/notesSlide" Target="/ppt/notesSlides/notesSlide5.xml" Id="R6e48e6b19ab54b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ee84225b34bf9" /><Relationship Type="http://schemas.openxmlformats.org/officeDocument/2006/relationships/notesSlide" Target="/ppt/notesSlides/notesSlide6.xml" Id="R0ed5b4ba0d3a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70e9170d84c82" /><Relationship Type="http://schemas.openxmlformats.org/officeDocument/2006/relationships/image" Target="/ppt/media/image.jpeg" Id="Rab20d955996c4aec" /><Relationship Type="http://schemas.openxmlformats.org/officeDocument/2006/relationships/notesSlide" Target="/ppt/notesSlides/notesSlide7.xml" Id="Raab24e1ab73942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46f205d624b4b" /><Relationship Type="http://schemas.openxmlformats.org/officeDocument/2006/relationships/notesSlide" Target="/ppt/notesSlides/notesSlide8.xml" Id="Rb0a64695e91643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3844f53f84911" /><Relationship Type="http://schemas.openxmlformats.org/officeDocument/2006/relationships/notesSlide" Target="/ppt/notesSlides/notesSlide9.xml" Id="Rbf312e27ebaf46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2e2833d084108" /><Relationship Type="http://schemas.openxmlformats.org/officeDocument/2006/relationships/notesSlide" Target="/ppt/notesSlides/notesSlide10.xml" Id="R79e6376c55194c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B833B-6EC2-4D09-AC93-0F1EA3C7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0B517-BF88-4982-B7D8-F2499D6B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8A9D0-B5DF-421E-8D25-5E1242F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CE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C26C7-DF7C-439B-B5A3-6485C071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02923"/>
                </a:solidFill>
              </a:defRPr>
            </a:defPPr>
            <a:lvl1pPr algn="ctr">
              <a:defRPr sz="2550" b="1">
                <a:solidFill>
                  <a:srgbClr val="102923"/>
                </a:solidFill>
              </a:defRPr>
            </a:lvl1pPr>
            <a:lvl2pPr algn="ctr">
              <a:defRPr sz="2550" b="1">
                <a:solidFill>
                  <a:srgbClr val="102923"/>
                </a:solidFill>
              </a:defRPr>
            </a:lvl2pPr>
            <a:lvl3pPr algn="ctr">
              <a:defRPr sz="2550" b="1">
                <a:solidFill>
                  <a:srgbClr val="102923"/>
                </a:solidFill>
              </a:defRPr>
            </a:lvl3pPr>
            <a:lvl4pPr algn="ctr">
              <a:defRPr sz="2550" b="1">
                <a:solidFill>
                  <a:srgbClr val="102923"/>
                </a:solidFill>
              </a:defRPr>
            </a:lvl4pPr>
            <a:lvl5pPr algn="ctr">
              <a:defRPr sz="2550" b="1">
                <a:solidFill>
                  <a:srgbClr val="102923"/>
                </a:solidFill>
              </a:defRPr>
            </a:lvl5pPr>
            <a:lvl6pPr algn="ctr">
              <a:defRPr sz="2550" b="1">
                <a:solidFill>
                  <a:srgbClr val="102923"/>
                </a:solidFill>
              </a:defRPr>
            </a:lvl6pPr>
            <a:lvl7pPr algn="ctr">
              <a:defRPr sz="2550" b="1">
                <a:solidFill>
                  <a:srgbClr val="102923"/>
                </a:solidFill>
              </a:defRPr>
            </a:lvl7pPr>
            <a:lvl8pPr algn="ctr">
              <a:defRPr sz="2550" b="1">
                <a:solidFill>
                  <a:srgbClr val="102923"/>
                </a:solidFill>
              </a:defRPr>
            </a:lvl8pPr>
            <a:lvl9pPr algn="ctr">
              <a:defRPr sz="2550" b="1">
                <a:solidFill>
                  <a:srgbClr val="10292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02923"/>
                </a:solidFill>
              </a:defRPr>
            </a:pPr>
            <a:r>
              <a:rPr sz="2550" b="1">
                <a:solidFill>
                  <a:srgbClr val="102923"/>
                </a:solidFill>
              </a:rPr>
              <a:t>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A3F53-FF0D-4CD0-A82B-3F8ACA2C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6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EXORA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C04CD-A0B8-46CD-9305-4282C84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5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2F6B52"/>
                </a:solidFill>
              </a:defRPr>
            </a:defPPr>
            <a:lvl1pPr algn="l">
              <a:defRPr sz="900" b="1">
                <a:solidFill>
                  <a:srgbClr val="2F6B52"/>
                </a:solidFill>
              </a:defRPr>
            </a:lvl1pPr>
            <a:lvl2pPr algn="l">
              <a:defRPr sz="900" b="1">
                <a:solidFill>
                  <a:srgbClr val="2F6B52"/>
                </a:solidFill>
              </a:defRPr>
            </a:lvl2pPr>
            <a:lvl3pPr algn="l">
              <a:defRPr sz="900" b="1">
                <a:solidFill>
                  <a:srgbClr val="2F6B52"/>
                </a:solidFill>
              </a:defRPr>
            </a:lvl3pPr>
            <a:lvl4pPr algn="l">
              <a:defRPr sz="900" b="1">
                <a:solidFill>
                  <a:srgbClr val="2F6B52"/>
                </a:solidFill>
              </a:defRPr>
            </a:lvl4pPr>
            <a:lvl5pPr algn="l">
              <a:defRPr sz="900" b="1">
                <a:solidFill>
                  <a:srgbClr val="2F6B52"/>
                </a:solidFill>
              </a:defRPr>
            </a:lvl5pPr>
            <a:lvl6pPr algn="l">
              <a:defRPr sz="900" b="1">
                <a:solidFill>
                  <a:srgbClr val="2F6B52"/>
                </a:solidFill>
              </a:defRPr>
            </a:lvl6pPr>
            <a:lvl7pPr algn="l">
              <a:defRPr sz="900" b="1">
                <a:solidFill>
                  <a:srgbClr val="2F6B52"/>
                </a:solidFill>
              </a:defRPr>
            </a:lvl7pPr>
            <a:lvl8pPr algn="l">
              <a:defRPr sz="900" b="1">
                <a:solidFill>
                  <a:srgbClr val="2F6B52"/>
                </a:solidFill>
              </a:defRPr>
            </a:lvl8pPr>
            <a:lvl9pPr algn="l">
              <a:defRPr sz="90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F6B52"/>
                </a:solidFill>
              </a:defRPr>
            </a:pPr>
            <a:r>
              <a:rPr sz="900" b="1">
                <a:solidFill>
                  <a:srgbClr val="2F6B52"/>
                </a:solidFill>
              </a:rPr>
              <a:t>HOSPITAL GROWTH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EC64D-27A9-4241-BFEB-2D682BD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17312D"/>
                </a:solidFill>
              </a:defRPr>
            </a:defPPr>
            <a:lvl1pPr algn="l">
              <a:defRPr sz="3600" b="1">
                <a:solidFill>
                  <a:srgbClr val="17312D"/>
                </a:solidFill>
              </a:defRPr>
            </a:lvl1pPr>
            <a:lvl2pPr algn="l">
              <a:defRPr sz="3600" b="1">
                <a:solidFill>
                  <a:srgbClr val="17312D"/>
                </a:solidFill>
              </a:defRPr>
            </a:lvl2pPr>
            <a:lvl3pPr algn="l">
              <a:defRPr sz="3600" b="1">
                <a:solidFill>
                  <a:srgbClr val="17312D"/>
                </a:solidFill>
              </a:defRPr>
            </a:lvl3pPr>
            <a:lvl4pPr algn="l">
              <a:defRPr sz="3600" b="1">
                <a:solidFill>
                  <a:srgbClr val="17312D"/>
                </a:solidFill>
              </a:defRPr>
            </a:lvl4pPr>
            <a:lvl5pPr algn="l">
              <a:defRPr sz="3600" b="1">
                <a:solidFill>
                  <a:srgbClr val="17312D"/>
                </a:solidFill>
              </a:defRPr>
            </a:lvl5pPr>
            <a:lvl6pPr algn="l">
              <a:defRPr sz="3600" b="1">
                <a:solidFill>
                  <a:srgbClr val="17312D"/>
                </a:solidFill>
              </a:defRPr>
            </a:lvl6pPr>
            <a:lvl7pPr algn="l">
              <a:defRPr sz="3600" b="1">
                <a:solidFill>
                  <a:srgbClr val="17312D"/>
                </a:solidFill>
              </a:defRPr>
            </a:lvl7pPr>
            <a:lvl8pPr algn="l">
              <a:defRPr sz="3600" b="1">
                <a:solidFill>
                  <a:srgbClr val="17312D"/>
                </a:solidFill>
              </a:defRPr>
            </a:lvl8pPr>
            <a:lvl9pPr algn="l">
              <a:defRPr sz="36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12D"/>
                </a:solidFill>
              </a:defRPr>
            </a:pPr>
            <a:r>
              <a:rPr sz="3600" b="1">
                <a:solidFill>
                  <a:srgbClr val="17312D"/>
                </a:solidFill>
              </a:rPr>
              <a:t>Turn every patient enquiry</a:t>
            </a:r>
          </a:p>
          <a:p xmlns:a="http://schemas.openxmlformats.org/drawingml/2006/main">
            <a:pPr algn="l">
              <a:defRPr sz="3600" b="1">
                <a:solidFill>
                  <a:srgbClr val="17312D"/>
                </a:solidFill>
              </a:defRPr>
            </a:pPr>
            <a:r>
              <a:rPr sz="3600" b="1">
                <a:solidFill>
                  <a:srgbClr val="17312D"/>
                </a:solidFill>
              </a:rPr>
              <a:t>into a booked appointment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B5500-8F33-4F62-AEC1-673F267C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76625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667B75"/>
                </a:solidFill>
              </a:defRPr>
            </a:defPPr>
            <a:lvl1pPr algn="l">
              <a:defRPr sz="1725" b="0">
                <a:solidFill>
                  <a:srgbClr val="667B75"/>
                </a:solidFill>
              </a:defRPr>
            </a:lvl1pPr>
            <a:lvl2pPr algn="l">
              <a:defRPr sz="1725" b="0">
                <a:solidFill>
                  <a:srgbClr val="667B75"/>
                </a:solidFill>
              </a:defRPr>
            </a:lvl2pPr>
            <a:lvl3pPr algn="l">
              <a:defRPr sz="1725" b="0">
                <a:solidFill>
                  <a:srgbClr val="667B75"/>
                </a:solidFill>
              </a:defRPr>
            </a:lvl3pPr>
            <a:lvl4pPr algn="l">
              <a:defRPr sz="1725" b="0">
                <a:solidFill>
                  <a:srgbClr val="667B75"/>
                </a:solidFill>
              </a:defRPr>
            </a:lvl4pPr>
            <a:lvl5pPr algn="l">
              <a:defRPr sz="1725" b="0">
                <a:solidFill>
                  <a:srgbClr val="667B75"/>
                </a:solidFill>
              </a:defRPr>
            </a:lvl5pPr>
            <a:lvl6pPr algn="l">
              <a:defRPr sz="1725" b="0">
                <a:solidFill>
                  <a:srgbClr val="667B75"/>
                </a:solidFill>
              </a:defRPr>
            </a:lvl6pPr>
            <a:lvl7pPr algn="l">
              <a:defRPr sz="1725" b="0">
                <a:solidFill>
                  <a:srgbClr val="667B75"/>
                </a:solidFill>
              </a:defRPr>
            </a:lvl7pPr>
            <a:lvl8pPr algn="l">
              <a:defRPr sz="1725" b="0">
                <a:solidFill>
                  <a:srgbClr val="667B75"/>
                </a:solidFill>
              </a:defRPr>
            </a:lvl8pPr>
            <a:lvl9pPr algn="l">
              <a:defRPr sz="17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67B75"/>
                </a:solidFill>
              </a:defRPr>
            </a:pPr>
            <a:r>
              <a:rPr sz="1725" b="0">
                <a:solidFill>
                  <a:srgbClr val="667B75"/>
                </a:solidFill>
              </a:rPr>
              <a:t>AI voice receptionist, WhatsApp booking, web booking and one staff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BACDE-305F-4815-B2CE-D51768A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2952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2338B-EEF6-449F-9AF4-91CF10B6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PHASE 1  •  PATIENT ACQUISITION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C2862-8009-4BD7-962A-8F23C6FC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7312D"/>
                </a:solidFill>
              </a:defRPr>
            </a:defPPr>
            <a:lvl1pPr algn="l">
              <a:defRPr sz="1275" b="1">
                <a:solidFill>
                  <a:srgbClr val="17312D"/>
                </a:solidFill>
              </a:defRPr>
            </a:lvl1pPr>
            <a:lvl2pPr algn="l">
              <a:defRPr sz="1275" b="1">
                <a:solidFill>
                  <a:srgbClr val="17312D"/>
                </a:solidFill>
              </a:defRPr>
            </a:lvl2pPr>
            <a:lvl3pPr algn="l">
              <a:defRPr sz="1275" b="1">
                <a:solidFill>
                  <a:srgbClr val="17312D"/>
                </a:solidFill>
              </a:defRPr>
            </a:lvl3pPr>
            <a:lvl4pPr algn="l">
              <a:defRPr sz="1275" b="1">
                <a:solidFill>
                  <a:srgbClr val="17312D"/>
                </a:solidFill>
              </a:defRPr>
            </a:lvl4pPr>
            <a:lvl5pPr algn="l">
              <a:defRPr sz="1275" b="1">
                <a:solidFill>
                  <a:srgbClr val="17312D"/>
                </a:solidFill>
              </a:defRPr>
            </a:lvl5pPr>
            <a:lvl6pPr algn="l">
              <a:defRPr sz="1275" b="1">
                <a:solidFill>
                  <a:srgbClr val="17312D"/>
                </a:solidFill>
              </a:defRPr>
            </a:lvl6pPr>
            <a:lvl7pPr algn="l">
              <a:defRPr sz="1275" b="1">
                <a:solidFill>
                  <a:srgbClr val="17312D"/>
                </a:solidFill>
              </a:defRPr>
            </a:lvl7pPr>
            <a:lvl8pPr algn="l">
              <a:defRPr sz="1275" b="1">
                <a:solidFill>
                  <a:srgbClr val="17312D"/>
                </a:solidFill>
              </a:defRPr>
            </a:lvl8pPr>
            <a:lvl9pPr algn="l">
              <a:defRPr sz="12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12D"/>
                </a:solidFill>
              </a:defRPr>
            </a:pPr>
            <a:r>
              <a:rPr sz="1275" b="1">
                <a:solidFill>
                  <a:srgbClr val="17312D"/>
                </a:solidFill>
              </a:rPr>
              <a:t>Built to extend into a complete HMS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C79B3-79F8-4482-B7E8-C975262A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19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667B75"/>
                </a:solidFill>
              </a:defRPr>
            </a:defPPr>
            <a:lvl1pPr algn="l">
              <a:defRPr sz="975" b="0">
                <a:solidFill>
                  <a:srgbClr val="667B75"/>
                </a:solidFill>
              </a:defRPr>
            </a:lvl1pPr>
            <a:lvl2pPr algn="l">
              <a:defRPr sz="975" b="0">
                <a:solidFill>
                  <a:srgbClr val="667B75"/>
                </a:solidFill>
              </a:defRPr>
            </a:lvl2pPr>
            <a:lvl3pPr algn="l">
              <a:defRPr sz="975" b="0">
                <a:solidFill>
                  <a:srgbClr val="667B75"/>
                </a:solidFill>
              </a:defRPr>
            </a:lvl3pPr>
            <a:lvl4pPr algn="l">
              <a:defRPr sz="975" b="0">
                <a:solidFill>
                  <a:srgbClr val="667B75"/>
                </a:solidFill>
              </a:defRPr>
            </a:lvl4pPr>
            <a:lvl5pPr algn="l">
              <a:defRPr sz="975" b="0">
                <a:solidFill>
                  <a:srgbClr val="667B75"/>
                </a:solidFill>
              </a:defRPr>
            </a:lvl5pPr>
            <a:lvl6pPr algn="l">
              <a:defRPr sz="975" b="0">
                <a:solidFill>
                  <a:srgbClr val="667B75"/>
                </a:solidFill>
              </a:defRPr>
            </a:lvl6pPr>
            <a:lvl7pPr algn="l">
              <a:defRPr sz="975" b="0">
                <a:solidFill>
                  <a:srgbClr val="667B75"/>
                </a:solidFill>
              </a:defRPr>
            </a:lvl7pPr>
            <a:lvl8pPr algn="l">
              <a:defRPr sz="975" b="0">
                <a:solidFill>
                  <a:srgbClr val="667B75"/>
                </a:solidFill>
              </a:defRPr>
            </a:lvl8pPr>
            <a:lvl9pPr algn="l">
              <a:defRPr sz="9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B75"/>
                </a:solidFill>
              </a:defRPr>
            </a:pPr>
            <a:r>
              <a:rPr sz="975" b="0">
                <a:solidFill>
                  <a:srgbClr val="667B75"/>
                </a:solidFill>
              </a:rPr>
              <a:t>Director presentation  | 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6504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9868A-AD0A-4928-9DEA-153D563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The patient journey breaks before care begins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FC25C-471A-4BEA-A818-E63D6633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Hospitals lose demand when phone, WhatsApp and website enquiries operate as separate queues.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C49A1-75A7-41A4-9853-833C659D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F6B52"/>
                </a:solidFill>
              </a:defRPr>
            </a:defPPr>
            <a:lvl1pPr algn="l">
              <a:defRPr sz="1575" b="1">
                <a:solidFill>
                  <a:srgbClr val="2F6B52"/>
                </a:solidFill>
              </a:defRPr>
            </a:lvl1pPr>
            <a:lvl2pPr algn="l">
              <a:defRPr sz="1575" b="1">
                <a:solidFill>
                  <a:srgbClr val="2F6B52"/>
                </a:solidFill>
              </a:defRPr>
            </a:lvl2pPr>
            <a:lvl3pPr algn="l">
              <a:defRPr sz="1575" b="1">
                <a:solidFill>
                  <a:srgbClr val="2F6B52"/>
                </a:solidFill>
              </a:defRPr>
            </a:lvl3pPr>
            <a:lvl4pPr algn="l">
              <a:defRPr sz="1575" b="1">
                <a:solidFill>
                  <a:srgbClr val="2F6B52"/>
                </a:solidFill>
              </a:defRPr>
            </a:lvl4pPr>
            <a:lvl5pPr algn="l">
              <a:defRPr sz="1575" b="1">
                <a:solidFill>
                  <a:srgbClr val="2F6B52"/>
                </a:solidFill>
              </a:defRPr>
            </a:lvl5pPr>
            <a:lvl6pPr algn="l">
              <a:defRPr sz="1575" b="1">
                <a:solidFill>
                  <a:srgbClr val="2F6B52"/>
                </a:solidFill>
              </a:defRPr>
            </a:lvl6pPr>
            <a:lvl7pPr algn="l">
              <a:defRPr sz="1575" b="1">
                <a:solidFill>
                  <a:srgbClr val="2F6B52"/>
                </a:solidFill>
              </a:defRPr>
            </a:lvl7pPr>
            <a:lvl8pPr algn="l">
              <a:defRPr sz="1575" b="1">
                <a:solidFill>
                  <a:srgbClr val="2F6B52"/>
                </a:solidFill>
              </a:defRPr>
            </a:lvl8pPr>
            <a:lvl9pPr algn="l">
              <a:defRPr sz="15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F6B52"/>
                </a:solidFill>
              </a:defRPr>
            </a:pPr>
            <a:r>
              <a:rPr sz="1575" b="1">
                <a:solidFill>
                  <a:srgbClr val="2F6B5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CC0C7-6D73-4767-AC2E-AE330A5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383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C2A70-A35F-41F5-B71A-82CCF69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240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312D"/>
                </a:solidFill>
              </a:defRPr>
            </a:defPPr>
            <a:lvl1pPr algn="l">
              <a:defRPr sz="1650" b="1">
                <a:solidFill>
                  <a:srgbClr val="17312D"/>
                </a:solidFill>
              </a:defRPr>
            </a:lvl1pPr>
            <a:lvl2pPr algn="l">
              <a:defRPr sz="1650" b="1">
                <a:solidFill>
                  <a:srgbClr val="17312D"/>
                </a:solidFill>
              </a:defRPr>
            </a:lvl2pPr>
            <a:lvl3pPr algn="l">
              <a:defRPr sz="1650" b="1">
                <a:solidFill>
                  <a:srgbClr val="17312D"/>
                </a:solidFill>
              </a:defRPr>
            </a:lvl3pPr>
            <a:lvl4pPr algn="l">
              <a:defRPr sz="1650" b="1">
                <a:solidFill>
                  <a:srgbClr val="17312D"/>
                </a:solidFill>
              </a:defRPr>
            </a:lvl4pPr>
            <a:lvl5pPr algn="l">
              <a:defRPr sz="1650" b="1">
                <a:solidFill>
                  <a:srgbClr val="17312D"/>
                </a:solidFill>
              </a:defRPr>
            </a:lvl5pPr>
            <a:lvl6pPr algn="l">
              <a:defRPr sz="1650" b="1">
                <a:solidFill>
                  <a:srgbClr val="17312D"/>
                </a:solidFill>
              </a:defRPr>
            </a:lvl6pPr>
            <a:lvl7pPr algn="l">
              <a:defRPr sz="1650" b="1">
                <a:solidFill>
                  <a:srgbClr val="17312D"/>
                </a:solidFill>
              </a:defRPr>
            </a:lvl7pPr>
            <a:lvl8pPr algn="l">
              <a:defRPr sz="1650" b="1">
                <a:solidFill>
                  <a:srgbClr val="17312D"/>
                </a:solidFill>
              </a:defRPr>
            </a:lvl8pPr>
            <a:lvl9pPr algn="l">
              <a:defRPr sz="165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12D"/>
                </a:solidFill>
              </a:defRPr>
            </a:pPr>
            <a:r>
              <a:rPr sz="1650" b="1">
                <a:solidFill>
                  <a:srgbClr val="17312D"/>
                </a:solidFill>
              </a:rPr>
              <a:t>Calls arrive when reception is busy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FCD49-CD69-4426-BE3A-51DD7A1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240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B75"/>
                </a:solidFill>
              </a:defRPr>
            </a:defPPr>
            <a:lvl1pPr algn="l">
              <a:defRPr sz="1350" b="0">
                <a:solidFill>
                  <a:srgbClr val="667B75"/>
                </a:solidFill>
              </a:defRPr>
            </a:lvl1pPr>
            <a:lvl2pPr algn="l">
              <a:defRPr sz="1350" b="0">
                <a:solidFill>
                  <a:srgbClr val="667B75"/>
                </a:solidFill>
              </a:defRPr>
            </a:lvl2pPr>
            <a:lvl3pPr algn="l">
              <a:defRPr sz="1350" b="0">
                <a:solidFill>
                  <a:srgbClr val="667B75"/>
                </a:solidFill>
              </a:defRPr>
            </a:lvl3pPr>
            <a:lvl4pPr algn="l">
              <a:defRPr sz="1350" b="0">
                <a:solidFill>
                  <a:srgbClr val="667B75"/>
                </a:solidFill>
              </a:defRPr>
            </a:lvl4pPr>
            <a:lvl5pPr algn="l">
              <a:defRPr sz="1350" b="0">
                <a:solidFill>
                  <a:srgbClr val="667B75"/>
                </a:solidFill>
              </a:defRPr>
            </a:lvl5pPr>
            <a:lvl6pPr algn="l">
              <a:defRPr sz="1350" b="0">
                <a:solidFill>
                  <a:srgbClr val="667B75"/>
                </a:solidFill>
              </a:defRPr>
            </a:lvl6pPr>
            <a:lvl7pPr algn="l">
              <a:defRPr sz="1350" b="0">
                <a:solidFill>
                  <a:srgbClr val="667B75"/>
                </a:solidFill>
              </a:defRPr>
            </a:lvl7pPr>
            <a:lvl8pPr algn="l">
              <a:defRPr sz="1350" b="0">
                <a:solidFill>
                  <a:srgbClr val="667B75"/>
                </a:solidFill>
              </a:defRPr>
            </a:lvl8pPr>
            <a:lvl9pPr algn="l">
              <a:defRPr sz="135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B75"/>
                </a:solidFill>
              </a:defRPr>
            </a:pPr>
            <a:r>
              <a:rPr sz="1350" b="0">
                <a:solidFill>
                  <a:srgbClr val="667B75"/>
                </a:solidFill>
              </a:rPr>
              <a:t>Missed calls and repeated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C12D8-213A-489E-9050-BF2B8A27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F6B52"/>
                </a:solidFill>
              </a:defRPr>
            </a:defPPr>
            <a:lvl1pPr algn="l">
              <a:defRPr sz="1575" b="1">
                <a:solidFill>
                  <a:srgbClr val="2F6B52"/>
                </a:solidFill>
              </a:defRPr>
            </a:lvl1pPr>
            <a:lvl2pPr algn="l">
              <a:defRPr sz="1575" b="1">
                <a:solidFill>
                  <a:srgbClr val="2F6B52"/>
                </a:solidFill>
              </a:defRPr>
            </a:lvl2pPr>
            <a:lvl3pPr algn="l">
              <a:defRPr sz="1575" b="1">
                <a:solidFill>
                  <a:srgbClr val="2F6B52"/>
                </a:solidFill>
              </a:defRPr>
            </a:lvl3pPr>
            <a:lvl4pPr algn="l">
              <a:defRPr sz="1575" b="1">
                <a:solidFill>
                  <a:srgbClr val="2F6B52"/>
                </a:solidFill>
              </a:defRPr>
            </a:lvl4pPr>
            <a:lvl5pPr algn="l">
              <a:defRPr sz="1575" b="1">
                <a:solidFill>
                  <a:srgbClr val="2F6B52"/>
                </a:solidFill>
              </a:defRPr>
            </a:lvl5pPr>
            <a:lvl6pPr algn="l">
              <a:defRPr sz="1575" b="1">
                <a:solidFill>
                  <a:srgbClr val="2F6B52"/>
                </a:solidFill>
              </a:defRPr>
            </a:lvl6pPr>
            <a:lvl7pPr algn="l">
              <a:defRPr sz="1575" b="1">
                <a:solidFill>
                  <a:srgbClr val="2F6B52"/>
                </a:solidFill>
              </a:defRPr>
            </a:lvl7pPr>
            <a:lvl8pPr algn="l">
              <a:defRPr sz="1575" b="1">
                <a:solidFill>
                  <a:srgbClr val="2F6B52"/>
                </a:solidFill>
              </a:defRPr>
            </a:lvl8pPr>
            <a:lvl9pPr algn="l">
              <a:defRPr sz="15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F6B52"/>
                </a:solidFill>
              </a:defRPr>
            </a:pPr>
            <a:r>
              <a:rPr sz="1575" b="1">
                <a:solidFill>
                  <a:srgbClr val="2F6B52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A355A-9F81-4393-A17C-FDD18F3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384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05F35-E9A2-457D-ABB0-3799BE0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312D"/>
                </a:solidFill>
              </a:defRPr>
            </a:defPPr>
            <a:lvl1pPr algn="l">
              <a:defRPr sz="1650" b="1">
                <a:solidFill>
                  <a:srgbClr val="17312D"/>
                </a:solidFill>
              </a:defRPr>
            </a:lvl1pPr>
            <a:lvl2pPr algn="l">
              <a:defRPr sz="1650" b="1">
                <a:solidFill>
                  <a:srgbClr val="17312D"/>
                </a:solidFill>
              </a:defRPr>
            </a:lvl2pPr>
            <a:lvl3pPr algn="l">
              <a:defRPr sz="1650" b="1">
                <a:solidFill>
                  <a:srgbClr val="17312D"/>
                </a:solidFill>
              </a:defRPr>
            </a:lvl3pPr>
            <a:lvl4pPr algn="l">
              <a:defRPr sz="1650" b="1">
                <a:solidFill>
                  <a:srgbClr val="17312D"/>
                </a:solidFill>
              </a:defRPr>
            </a:lvl4pPr>
            <a:lvl5pPr algn="l">
              <a:defRPr sz="1650" b="1">
                <a:solidFill>
                  <a:srgbClr val="17312D"/>
                </a:solidFill>
              </a:defRPr>
            </a:lvl5pPr>
            <a:lvl6pPr algn="l">
              <a:defRPr sz="1650" b="1">
                <a:solidFill>
                  <a:srgbClr val="17312D"/>
                </a:solidFill>
              </a:defRPr>
            </a:lvl6pPr>
            <a:lvl7pPr algn="l">
              <a:defRPr sz="1650" b="1">
                <a:solidFill>
                  <a:srgbClr val="17312D"/>
                </a:solidFill>
              </a:defRPr>
            </a:lvl7pPr>
            <a:lvl8pPr algn="l">
              <a:defRPr sz="1650" b="1">
                <a:solidFill>
                  <a:srgbClr val="17312D"/>
                </a:solidFill>
              </a:defRPr>
            </a:lvl8pPr>
            <a:lvl9pPr algn="l">
              <a:defRPr sz="165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12D"/>
                </a:solidFill>
              </a:defRPr>
            </a:pPr>
            <a:r>
              <a:rPr sz="1650" b="1">
                <a:solidFill>
                  <a:srgbClr val="17312D"/>
                </a:solidFill>
              </a:rPr>
              <a:t>WhatsApp conversations stay 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2D1E-9E89-4218-8CF6-636F48B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B75"/>
                </a:solidFill>
              </a:defRPr>
            </a:defPPr>
            <a:lvl1pPr algn="l">
              <a:defRPr sz="1350" b="0">
                <a:solidFill>
                  <a:srgbClr val="667B75"/>
                </a:solidFill>
              </a:defRPr>
            </a:lvl1pPr>
            <a:lvl2pPr algn="l">
              <a:defRPr sz="1350" b="0">
                <a:solidFill>
                  <a:srgbClr val="667B75"/>
                </a:solidFill>
              </a:defRPr>
            </a:lvl2pPr>
            <a:lvl3pPr algn="l">
              <a:defRPr sz="1350" b="0">
                <a:solidFill>
                  <a:srgbClr val="667B75"/>
                </a:solidFill>
              </a:defRPr>
            </a:lvl3pPr>
            <a:lvl4pPr algn="l">
              <a:defRPr sz="1350" b="0">
                <a:solidFill>
                  <a:srgbClr val="667B75"/>
                </a:solidFill>
              </a:defRPr>
            </a:lvl4pPr>
            <a:lvl5pPr algn="l">
              <a:defRPr sz="1350" b="0">
                <a:solidFill>
                  <a:srgbClr val="667B75"/>
                </a:solidFill>
              </a:defRPr>
            </a:lvl5pPr>
            <a:lvl6pPr algn="l">
              <a:defRPr sz="1350" b="0">
                <a:solidFill>
                  <a:srgbClr val="667B75"/>
                </a:solidFill>
              </a:defRPr>
            </a:lvl6pPr>
            <a:lvl7pPr algn="l">
              <a:defRPr sz="1350" b="0">
                <a:solidFill>
                  <a:srgbClr val="667B75"/>
                </a:solidFill>
              </a:defRPr>
            </a:lvl7pPr>
            <a:lvl8pPr algn="l">
              <a:defRPr sz="1350" b="0">
                <a:solidFill>
                  <a:srgbClr val="667B75"/>
                </a:solidFill>
              </a:defRPr>
            </a:lvl8pPr>
            <a:lvl9pPr algn="l">
              <a:defRPr sz="135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B75"/>
                </a:solidFill>
              </a:defRPr>
            </a:pPr>
            <a:r>
              <a:rPr sz="1350" b="0">
                <a:solidFill>
                  <a:srgbClr val="667B75"/>
                </a:solidFill>
              </a:rPr>
              <a:t>Slow replies and inconsistent booking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B48A3-8791-428D-BDA0-031E2866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F6B52"/>
                </a:solidFill>
              </a:defRPr>
            </a:defPPr>
            <a:lvl1pPr algn="l">
              <a:defRPr sz="1575" b="1">
                <a:solidFill>
                  <a:srgbClr val="2F6B52"/>
                </a:solidFill>
              </a:defRPr>
            </a:lvl1pPr>
            <a:lvl2pPr algn="l">
              <a:defRPr sz="1575" b="1">
                <a:solidFill>
                  <a:srgbClr val="2F6B52"/>
                </a:solidFill>
              </a:defRPr>
            </a:lvl2pPr>
            <a:lvl3pPr algn="l">
              <a:defRPr sz="1575" b="1">
                <a:solidFill>
                  <a:srgbClr val="2F6B52"/>
                </a:solidFill>
              </a:defRPr>
            </a:lvl3pPr>
            <a:lvl4pPr algn="l">
              <a:defRPr sz="1575" b="1">
                <a:solidFill>
                  <a:srgbClr val="2F6B52"/>
                </a:solidFill>
              </a:defRPr>
            </a:lvl4pPr>
            <a:lvl5pPr algn="l">
              <a:defRPr sz="1575" b="1">
                <a:solidFill>
                  <a:srgbClr val="2F6B52"/>
                </a:solidFill>
              </a:defRPr>
            </a:lvl5pPr>
            <a:lvl6pPr algn="l">
              <a:defRPr sz="1575" b="1">
                <a:solidFill>
                  <a:srgbClr val="2F6B52"/>
                </a:solidFill>
              </a:defRPr>
            </a:lvl6pPr>
            <a:lvl7pPr algn="l">
              <a:defRPr sz="1575" b="1">
                <a:solidFill>
                  <a:srgbClr val="2F6B52"/>
                </a:solidFill>
              </a:defRPr>
            </a:lvl7pPr>
            <a:lvl8pPr algn="l">
              <a:defRPr sz="1575" b="1">
                <a:solidFill>
                  <a:srgbClr val="2F6B52"/>
                </a:solidFill>
              </a:defRPr>
            </a:lvl8pPr>
            <a:lvl9pPr algn="l">
              <a:defRPr sz="15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F6B52"/>
                </a:solidFill>
              </a:defRPr>
            </a:pPr>
            <a:r>
              <a:rPr sz="1575" b="1">
                <a:solidFill>
                  <a:srgbClr val="2F6B52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D852C-423E-4F78-A8C3-48E57AC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386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1AAB8-D490-420F-963F-0B0BAA55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242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312D"/>
                </a:solidFill>
              </a:defRPr>
            </a:defPPr>
            <a:lvl1pPr algn="l">
              <a:defRPr sz="1650" b="1">
                <a:solidFill>
                  <a:srgbClr val="17312D"/>
                </a:solidFill>
              </a:defRPr>
            </a:lvl1pPr>
            <a:lvl2pPr algn="l">
              <a:defRPr sz="1650" b="1">
                <a:solidFill>
                  <a:srgbClr val="17312D"/>
                </a:solidFill>
              </a:defRPr>
            </a:lvl2pPr>
            <a:lvl3pPr algn="l">
              <a:defRPr sz="1650" b="1">
                <a:solidFill>
                  <a:srgbClr val="17312D"/>
                </a:solidFill>
              </a:defRPr>
            </a:lvl3pPr>
            <a:lvl4pPr algn="l">
              <a:defRPr sz="1650" b="1">
                <a:solidFill>
                  <a:srgbClr val="17312D"/>
                </a:solidFill>
              </a:defRPr>
            </a:lvl4pPr>
            <a:lvl5pPr algn="l">
              <a:defRPr sz="1650" b="1">
                <a:solidFill>
                  <a:srgbClr val="17312D"/>
                </a:solidFill>
              </a:defRPr>
            </a:lvl5pPr>
            <a:lvl6pPr algn="l">
              <a:defRPr sz="1650" b="1">
                <a:solidFill>
                  <a:srgbClr val="17312D"/>
                </a:solidFill>
              </a:defRPr>
            </a:lvl6pPr>
            <a:lvl7pPr algn="l">
              <a:defRPr sz="1650" b="1">
                <a:solidFill>
                  <a:srgbClr val="17312D"/>
                </a:solidFill>
              </a:defRPr>
            </a:lvl7pPr>
            <a:lvl8pPr algn="l">
              <a:defRPr sz="1650" b="1">
                <a:solidFill>
                  <a:srgbClr val="17312D"/>
                </a:solidFill>
              </a:defRPr>
            </a:lvl8pPr>
            <a:lvl9pPr algn="l">
              <a:defRPr sz="165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12D"/>
                </a:solidFill>
              </a:defRPr>
            </a:pPr>
            <a:r>
              <a:rPr sz="1650" b="1">
                <a:solidFill>
                  <a:srgbClr val="17312D"/>
                </a:solidFill>
              </a:rPr>
              <a:t>Website forms do not see live schedules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E2652-B1AC-4194-B8CD-9AF5BF5E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B75"/>
                </a:solidFill>
              </a:defRPr>
            </a:defPPr>
            <a:lvl1pPr algn="l">
              <a:defRPr sz="1350" b="0">
                <a:solidFill>
                  <a:srgbClr val="667B75"/>
                </a:solidFill>
              </a:defRPr>
            </a:lvl1pPr>
            <a:lvl2pPr algn="l">
              <a:defRPr sz="1350" b="0">
                <a:solidFill>
                  <a:srgbClr val="667B75"/>
                </a:solidFill>
              </a:defRPr>
            </a:lvl2pPr>
            <a:lvl3pPr algn="l">
              <a:defRPr sz="1350" b="0">
                <a:solidFill>
                  <a:srgbClr val="667B75"/>
                </a:solidFill>
              </a:defRPr>
            </a:lvl3pPr>
            <a:lvl4pPr algn="l">
              <a:defRPr sz="1350" b="0">
                <a:solidFill>
                  <a:srgbClr val="667B75"/>
                </a:solidFill>
              </a:defRPr>
            </a:lvl4pPr>
            <a:lvl5pPr algn="l">
              <a:defRPr sz="1350" b="0">
                <a:solidFill>
                  <a:srgbClr val="667B75"/>
                </a:solidFill>
              </a:defRPr>
            </a:lvl5pPr>
            <a:lvl6pPr algn="l">
              <a:defRPr sz="1350" b="0">
                <a:solidFill>
                  <a:srgbClr val="667B75"/>
                </a:solidFill>
              </a:defRPr>
            </a:lvl6pPr>
            <a:lvl7pPr algn="l">
              <a:defRPr sz="1350" b="0">
                <a:solidFill>
                  <a:srgbClr val="667B75"/>
                </a:solidFill>
              </a:defRPr>
            </a:lvl7pPr>
            <a:lvl8pPr algn="l">
              <a:defRPr sz="1350" b="0">
                <a:solidFill>
                  <a:srgbClr val="667B75"/>
                </a:solidFill>
              </a:defRPr>
            </a:lvl8pPr>
            <a:lvl9pPr algn="l">
              <a:defRPr sz="135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B75"/>
                </a:solidFill>
              </a:defRPr>
            </a:pPr>
            <a:r>
              <a:rPr sz="1350" b="0">
                <a:solidFill>
                  <a:srgbClr val="667B75"/>
                </a:solidFill>
              </a:rPr>
              <a:t>Staff must call patients again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8B24F-60F3-4B03-AFC0-85146D16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2F6B52"/>
                </a:solidFill>
              </a:defRPr>
            </a:defPPr>
            <a:lvl1pPr algn="l">
              <a:defRPr sz="1575" b="1">
                <a:solidFill>
                  <a:srgbClr val="2F6B52"/>
                </a:solidFill>
              </a:defRPr>
            </a:lvl1pPr>
            <a:lvl2pPr algn="l">
              <a:defRPr sz="1575" b="1">
                <a:solidFill>
                  <a:srgbClr val="2F6B52"/>
                </a:solidFill>
              </a:defRPr>
            </a:lvl2pPr>
            <a:lvl3pPr algn="l">
              <a:defRPr sz="1575" b="1">
                <a:solidFill>
                  <a:srgbClr val="2F6B52"/>
                </a:solidFill>
              </a:defRPr>
            </a:lvl3pPr>
            <a:lvl4pPr algn="l">
              <a:defRPr sz="1575" b="1">
                <a:solidFill>
                  <a:srgbClr val="2F6B52"/>
                </a:solidFill>
              </a:defRPr>
            </a:lvl4pPr>
            <a:lvl5pPr algn="l">
              <a:defRPr sz="1575" b="1">
                <a:solidFill>
                  <a:srgbClr val="2F6B52"/>
                </a:solidFill>
              </a:defRPr>
            </a:lvl5pPr>
            <a:lvl6pPr algn="l">
              <a:defRPr sz="1575" b="1">
                <a:solidFill>
                  <a:srgbClr val="2F6B52"/>
                </a:solidFill>
              </a:defRPr>
            </a:lvl6pPr>
            <a:lvl7pPr algn="l">
              <a:defRPr sz="1575" b="1">
                <a:solidFill>
                  <a:srgbClr val="2F6B52"/>
                </a:solidFill>
              </a:defRPr>
            </a:lvl7pPr>
            <a:lvl8pPr algn="l">
              <a:defRPr sz="1575" b="1">
                <a:solidFill>
                  <a:srgbClr val="2F6B52"/>
                </a:solidFill>
              </a:defRPr>
            </a:lvl8pPr>
            <a:lvl9pPr algn="l">
              <a:defRPr sz="15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F6B52"/>
                </a:solidFill>
              </a:defRPr>
            </a:pPr>
            <a:r>
              <a:rPr sz="1575" b="1">
                <a:solidFill>
                  <a:srgbClr val="2F6B5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2D28C-CF3D-4C8D-9A98-3C55967B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3872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51AF4-C3BB-4232-B4A1-5408E6C6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244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312D"/>
                </a:solidFill>
              </a:defRPr>
            </a:defPPr>
            <a:lvl1pPr algn="l">
              <a:defRPr sz="1650" b="1">
                <a:solidFill>
                  <a:srgbClr val="17312D"/>
                </a:solidFill>
              </a:defRPr>
            </a:lvl1pPr>
            <a:lvl2pPr algn="l">
              <a:defRPr sz="1650" b="1">
                <a:solidFill>
                  <a:srgbClr val="17312D"/>
                </a:solidFill>
              </a:defRPr>
            </a:lvl2pPr>
            <a:lvl3pPr algn="l">
              <a:defRPr sz="1650" b="1">
                <a:solidFill>
                  <a:srgbClr val="17312D"/>
                </a:solidFill>
              </a:defRPr>
            </a:lvl3pPr>
            <a:lvl4pPr algn="l">
              <a:defRPr sz="1650" b="1">
                <a:solidFill>
                  <a:srgbClr val="17312D"/>
                </a:solidFill>
              </a:defRPr>
            </a:lvl4pPr>
            <a:lvl5pPr algn="l">
              <a:defRPr sz="1650" b="1">
                <a:solidFill>
                  <a:srgbClr val="17312D"/>
                </a:solidFill>
              </a:defRPr>
            </a:lvl5pPr>
            <a:lvl6pPr algn="l">
              <a:defRPr sz="1650" b="1">
                <a:solidFill>
                  <a:srgbClr val="17312D"/>
                </a:solidFill>
              </a:defRPr>
            </a:lvl6pPr>
            <a:lvl7pPr algn="l">
              <a:defRPr sz="1650" b="1">
                <a:solidFill>
                  <a:srgbClr val="17312D"/>
                </a:solidFill>
              </a:defRPr>
            </a:lvl7pPr>
            <a:lvl8pPr algn="l">
              <a:defRPr sz="1650" b="1">
                <a:solidFill>
                  <a:srgbClr val="17312D"/>
                </a:solidFill>
              </a:defRPr>
            </a:lvl8pPr>
            <a:lvl9pPr algn="l">
              <a:defRPr sz="165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12D"/>
                </a:solidFill>
              </a:defRPr>
            </a:pPr>
            <a:r>
              <a:rPr sz="1650" b="1">
                <a:solidFill>
                  <a:srgbClr val="17312D"/>
                </a:solidFill>
              </a:rPr>
              <a:t>Channel activity is hard to measure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6D4BA-F8BE-4441-B4DF-C0ADAB1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67B75"/>
                </a:solidFill>
              </a:defRPr>
            </a:defPPr>
            <a:lvl1pPr algn="l">
              <a:defRPr sz="1350" b="0">
                <a:solidFill>
                  <a:srgbClr val="667B75"/>
                </a:solidFill>
              </a:defRPr>
            </a:lvl1pPr>
            <a:lvl2pPr algn="l">
              <a:defRPr sz="1350" b="0">
                <a:solidFill>
                  <a:srgbClr val="667B75"/>
                </a:solidFill>
              </a:defRPr>
            </a:lvl2pPr>
            <a:lvl3pPr algn="l">
              <a:defRPr sz="1350" b="0">
                <a:solidFill>
                  <a:srgbClr val="667B75"/>
                </a:solidFill>
              </a:defRPr>
            </a:lvl3pPr>
            <a:lvl4pPr algn="l">
              <a:defRPr sz="1350" b="0">
                <a:solidFill>
                  <a:srgbClr val="667B75"/>
                </a:solidFill>
              </a:defRPr>
            </a:lvl4pPr>
            <a:lvl5pPr algn="l">
              <a:defRPr sz="1350" b="0">
                <a:solidFill>
                  <a:srgbClr val="667B75"/>
                </a:solidFill>
              </a:defRPr>
            </a:lvl5pPr>
            <a:lvl6pPr algn="l">
              <a:defRPr sz="1350" b="0">
                <a:solidFill>
                  <a:srgbClr val="667B75"/>
                </a:solidFill>
              </a:defRPr>
            </a:lvl6pPr>
            <a:lvl7pPr algn="l">
              <a:defRPr sz="1350" b="0">
                <a:solidFill>
                  <a:srgbClr val="667B75"/>
                </a:solidFill>
              </a:defRPr>
            </a:lvl7pPr>
            <a:lvl8pPr algn="l">
              <a:defRPr sz="1350" b="0">
                <a:solidFill>
                  <a:srgbClr val="667B75"/>
                </a:solidFill>
              </a:defRPr>
            </a:lvl8pPr>
            <a:lvl9pPr algn="l">
              <a:defRPr sz="135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B75"/>
                </a:solidFill>
              </a:defRPr>
            </a:pPr>
            <a:r>
              <a:rPr sz="1350" b="0">
                <a:solidFill>
                  <a:srgbClr val="667B75"/>
                </a:solidFill>
              </a:rPr>
              <a:t>No shared view of demand and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42350-5738-41AD-88AC-88F1D961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F00F5-F0CB-4157-80A5-3DE742A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7312D"/>
                </a:solidFill>
              </a:defRPr>
            </a:defPPr>
            <a:lvl1pPr algn="l">
              <a:defRPr sz="1425" b="1">
                <a:solidFill>
                  <a:srgbClr val="17312D"/>
                </a:solidFill>
              </a:defRPr>
            </a:lvl1pPr>
            <a:lvl2pPr algn="l">
              <a:defRPr sz="1425" b="1">
                <a:solidFill>
                  <a:srgbClr val="17312D"/>
                </a:solidFill>
              </a:defRPr>
            </a:lvl2pPr>
            <a:lvl3pPr algn="l">
              <a:defRPr sz="1425" b="1">
                <a:solidFill>
                  <a:srgbClr val="17312D"/>
                </a:solidFill>
              </a:defRPr>
            </a:lvl3pPr>
            <a:lvl4pPr algn="l">
              <a:defRPr sz="1425" b="1">
                <a:solidFill>
                  <a:srgbClr val="17312D"/>
                </a:solidFill>
              </a:defRPr>
            </a:lvl4pPr>
            <a:lvl5pPr algn="l">
              <a:defRPr sz="1425" b="1">
                <a:solidFill>
                  <a:srgbClr val="17312D"/>
                </a:solidFill>
              </a:defRPr>
            </a:lvl5pPr>
            <a:lvl6pPr algn="l">
              <a:defRPr sz="1425" b="1">
                <a:solidFill>
                  <a:srgbClr val="17312D"/>
                </a:solidFill>
              </a:defRPr>
            </a:lvl6pPr>
            <a:lvl7pPr algn="l">
              <a:defRPr sz="1425" b="1">
                <a:solidFill>
                  <a:srgbClr val="17312D"/>
                </a:solidFill>
              </a:defRPr>
            </a:lvl7pPr>
            <a:lvl8pPr algn="l">
              <a:defRPr sz="1425" b="1">
                <a:solidFill>
                  <a:srgbClr val="17312D"/>
                </a:solidFill>
              </a:defRPr>
            </a:lvl8pPr>
            <a:lvl9pPr algn="l">
              <a:defRPr sz="142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12D"/>
                </a:solidFill>
              </a:defRPr>
            </a:pPr>
            <a:r>
              <a:rPr sz="1425" b="1">
                <a:solidFill>
                  <a:srgbClr val="17312D"/>
                </a:solidFill>
              </a:rPr>
              <a:t>The first goal is simple: answer faster, show real availability and confirm the booking in the same interaction.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11AF0-654F-48FA-8A5A-0B8188FB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F0F11-9C1E-4E4D-9A8B-A15F7734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571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C1C28-2B49-4C5B-B711-734DF78B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Phase 1: one patient acquisition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E85EE-6CBF-4390-85B8-0E0E9EAC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Four entry points connect to the same appointment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72BB9-283E-4DF7-979E-31B2C4F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1FA1B-A2F3-418A-BE69-CAFB152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AD41A-4678-40BD-983D-0A2E1B5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76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312D"/>
                </a:solidFill>
              </a:defRPr>
            </a:defPPr>
            <a:lvl1pPr algn="ctr">
              <a:defRPr sz="1575" b="1">
                <a:solidFill>
                  <a:srgbClr val="17312D"/>
                </a:solidFill>
              </a:defRPr>
            </a:lvl1pPr>
            <a:lvl2pPr algn="ctr">
              <a:defRPr sz="1575" b="1">
                <a:solidFill>
                  <a:srgbClr val="17312D"/>
                </a:solidFill>
              </a:defRPr>
            </a:lvl2pPr>
            <a:lvl3pPr algn="ctr">
              <a:defRPr sz="1575" b="1">
                <a:solidFill>
                  <a:srgbClr val="17312D"/>
                </a:solidFill>
              </a:defRPr>
            </a:lvl3pPr>
            <a:lvl4pPr algn="ctr">
              <a:defRPr sz="1575" b="1">
                <a:solidFill>
                  <a:srgbClr val="17312D"/>
                </a:solidFill>
              </a:defRPr>
            </a:lvl4pPr>
            <a:lvl5pPr algn="ctr">
              <a:defRPr sz="1575" b="1">
                <a:solidFill>
                  <a:srgbClr val="17312D"/>
                </a:solidFill>
              </a:defRPr>
            </a:lvl5pPr>
            <a:lvl6pPr algn="ctr">
              <a:defRPr sz="1575" b="1">
                <a:solidFill>
                  <a:srgbClr val="17312D"/>
                </a:solidFill>
              </a:defRPr>
            </a:lvl6pPr>
            <a:lvl7pPr algn="ctr">
              <a:defRPr sz="1575" b="1">
                <a:solidFill>
                  <a:srgbClr val="17312D"/>
                </a:solidFill>
              </a:defRPr>
            </a:lvl7pPr>
            <a:lvl8pPr algn="ctr">
              <a:defRPr sz="1575" b="1">
                <a:solidFill>
                  <a:srgbClr val="17312D"/>
                </a:solidFill>
              </a:defRPr>
            </a:lvl8pPr>
            <a:lvl9pPr algn="ctr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AI 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A426D-6AAC-48BB-8403-BA26246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57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Answers enquiries and books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5493-9124-4310-A1BC-2430CCB0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47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366"/>
          </a:solidFill>
          <a:ln xmlns:a="http://schemas.openxmlformats.org/drawingml/2006/main" w="0">
            <a:solidFill>
              <a:srgbClr val="25D3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168FA-7A74-41F1-9407-7BF2893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058AF-A3D8-4187-B527-A7B6F13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76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312D"/>
                </a:solidFill>
              </a:defRPr>
            </a:defPPr>
            <a:lvl1pPr algn="ctr">
              <a:defRPr sz="1575" b="1">
                <a:solidFill>
                  <a:srgbClr val="17312D"/>
                </a:solidFill>
              </a:defRPr>
            </a:lvl1pPr>
            <a:lvl2pPr algn="ctr">
              <a:defRPr sz="1575" b="1">
                <a:solidFill>
                  <a:srgbClr val="17312D"/>
                </a:solidFill>
              </a:defRPr>
            </a:lvl2pPr>
            <a:lvl3pPr algn="ctr">
              <a:defRPr sz="1575" b="1">
                <a:solidFill>
                  <a:srgbClr val="17312D"/>
                </a:solidFill>
              </a:defRPr>
            </a:lvl3pPr>
            <a:lvl4pPr algn="ctr">
              <a:defRPr sz="1575" b="1">
                <a:solidFill>
                  <a:srgbClr val="17312D"/>
                </a:solidFill>
              </a:defRPr>
            </a:lvl4pPr>
            <a:lvl5pPr algn="ctr">
              <a:defRPr sz="1575" b="1">
                <a:solidFill>
                  <a:srgbClr val="17312D"/>
                </a:solidFill>
              </a:defRPr>
            </a:lvl5pPr>
            <a:lvl6pPr algn="ctr">
              <a:defRPr sz="1575" b="1">
                <a:solidFill>
                  <a:srgbClr val="17312D"/>
                </a:solidFill>
              </a:defRPr>
            </a:lvl6pPr>
            <a:lvl7pPr algn="ctr">
              <a:defRPr sz="1575" b="1">
                <a:solidFill>
                  <a:srgbClr val="17312D"/>
                </a:solidFill>
              </a:defRPr>
            </a:lvl7pPr>
            <a:lvl8pPr algn="ctr">
              <a:defRPr sz="1575" b="1">
                <a:solidFill>
                  <a:srgbClr val="17312D"/>
                </a:solidFill>
              </a:defRPr>
            </a:lvl8pPr>
            <a:lvl9pPr algn="ctr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WhatsApp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B42E3-C066-4327-BD62-A7854ED2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57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Guided automated booking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0124F-96D3-4501-A651-73B2DB7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3757B-B33C-4348-843F-DF7F794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9F44E-44BD-4B41-AE74-4CC0E34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76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312D"/>
                </a:solidFill>
              </a:defRPr>
            </a:defPPr>
            <a:lvl1pPr algn="ctr">
              <a:defRPr sz="1575" b="1">
                <a:solidFill>
                  <a:srgbClr val="17312D"/>
                </a:solidFill>
              </a:defRPr>
            </a:lvl1pPr>
            <a:lvl2pPr algn="ctr">
              <a:defRPr sz="1575" b="1">
                <a:solidFill>
                  <a:srgbClr val="17312D"/>
                </a:solidFill>
              </a:defRPr>
            </a:lvl2pPr>
            <a:lvl3pPr algn="ctr">
              <a:defRPr sz="1575" b="1">
                <a:solidFill>
                  <a:srgbClr val="17312D"/>
                </a:solidFill>
              </a:defRPr>
            </a:lvl3pPr>
            <a:lvl4pPr algn="ctr">
              <a:defRPr sz="1575" b="1">
                <a:solidFill>
                  <a:srgbClr val="17312D"/>
                </a:solidFill>
              </a:defRPr>
            </a:lvl4pPr>
            <a:lvl5pPr algn="ctr">
              <a:defRPr sz="1575" b="1">
                <a:solidFill>
                  <a:srgbClr val="17312D"/>
                </a:solidFill>
              </a:defRPr>
            </a:lvl5pPr>
            <a:lvl6pPr algn="ctr">
              <a:defRPr sz="1575" b="1">
                <a:solidFill>
                  <a:srgbClr val="17312D"/>
                </a:solidFill>
              </a:defRPr>
            </a:lvl6pPr>
            <a:lvl7pPr algn="ctr">
              <a:defRPr sz="1575" b="1">
                <a:solidFill>
                  <a:srgbClr val="17312D"/>
                </a:solidFill>
              </a:defRPr>
            </a:lvl7pPr>
            <a:lvl8pPr algn="ctr">
              <a:defRPr sz="1575" b="1">
                <a:solidFill>
                  <a:srgbClr val="17312D"/>
                </a:solidFill>
              </a:defRPr>
            </a:lvl8pPr>
            <a:lvl9pPr algn="ctr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Hospital 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1667D-3E47-466D-89C5-2367B35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Live doctor and slot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6930A-9A51-4C47-810C-A9A0F375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478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9FA35-7714-4A17-A127-27A6CE1D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  <a:lvl1pPr algn="ctr">
              <a:defRPr sz="1800" b="1">
                <a:solidFill>
                  <a:srgbClr val="FFFFFF"/>
                </a:solidFill>
              </a:defRPr>
            </a:lvl1pPr>
            <a:lvl2pPr algn="ctr">
              <a:defRPr sz="1800" b="1">
                <a:solidFill>
                  <a:srgbClr val="FFFFFF"/>
                </a:solidFill>
              </a:defRPr>
            </a:lvl2pPr>
            <a:lvl3pPr algn="ctr">
              <a:defRPr sz="1800" b="1">
                <a:solidFill>
                  <a:srgbClr val="FFFFFF"/>
                </a:solidFill>
              </a:defRPr>
            </a:lvl3pPr>
            <a:lvl4pPr algn="ctr">
              <a:defRPr sz="1800" b="1">
                <a:solidFill>
                  <a:srgbClr val="FFFFFF"/>
                </a:solidFill>
              </a:defRPr>
            </a:lvl4pPr>
            <a:lvl5pPr algn="ctr">
              <a:defRPr sz="1800" b="1">
                <a:solidFill>
                  <a:srgbClr val="FFFFFF"/>
                </a:solidFill>
              </a:defRPr>
            </a:lvl5pPr>
            <a:lvl6pPr algn="ctr">
              <a:defRPr sz="1800" b="1">
                <a:solidFill>
                  <a:srgbClr val="FFFFFF"/>
                </a:solidFill>
              </a:defRPr>
            </a:lvl6pPr>
            <a:lvl7pPr algn="ctr">
              <a:defRPr sz="1800" b="1">
                <a:solidFill>
                  <a:srgbClr val="FFFFFF"/>
                </a:solidFill>
              </a:defRPr>
            </a:lvl7pPr>
            <a:lvl8pPr algn="ctr">
              <a:defRPr sz="1800" b="1">
                <a:solidFill>
                  <a:srgbClr val="FFFFFF"/>
                </a:solidFill>
              </a:defRPr>
            </a:lvl8pPr>
            <a:lvl9pPr algn="ct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4E65-3822-49ED-97FD-9489B85B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17312D"/>
                </a:solidFill>
              </a:defRPr>
            </a:defPPr>
            <a:lvl1pPr algn="ctr">
              <a:defRPr sz="1575" b="1">
                <a:solidFill>
                  <a:srgbClr val="17312D"/>
                </a:solidFill>
              </a:defRPr>
            </a:lvl1pPr>
            <a:lvl2pPr algn="ctr">
              <a:defRPr sz="1575" b="1">
                <a:solidFill>
                  <a:srgbClr val="17312D"/>
                </a:solidFill>
              </a:defRPr>
            </a:lvl2pPr>
            <a:lvl3pPr algn="ctr">
              <a:defRPr sz="1575" b="1">
                <a:solidFill>
                  <a:srgbClr val="17312D"/>
                </a:solidFill>
              </a:defRPr>
            </a:lvl3pPr>
            <a:lvl4pPr algn="ctr">
              <a:defRPr sz="1575" b="1">
                <a:solidFill>
                  <a:srgbClr val="17312D"/>
                </a:solidFill>
              </a:defRPr>
            </a:lvl4pPr>
            <a:lvl5pPr algn="ctr">
              <a:defRPr sz="1575" b="1">
                <a:solidFill>
                  <a:srgbClr val="17312D"/>
                </a:solidFill>
              </a:defRPr>
            </a:lvl5pPr>
            <a:lvl6pPr algn="ctr">
              <a:defRPr sz="1575" b="1">
                <a:solidFill>
                  <a:srgbClr val="17312D"/>
                </a:solidFill>
              </a:defRPr>
            </a:lvl6pPr>
            <a:lvl7pPr algn="ctr">
              <a:defRPr sz="1575" b="1">
                <a:solidFill>
                  <a:srgbClr val="17312D"/>
                </a:solidFill>
              </a:defRPr>
            </a:lvl7pPr>
            <a:lvl8pPr algn="ctr">
              <a:defRPr sz="1575" b="1">
                <a:solidFill>
                  <a:srgbClr val="17312D"/>
                </a:solidFill>
              </a:defRPr>
            </a:lvl8pPr>
            <a:lvl9pPr algn="ctr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Staff desk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BAC93-71E2-47C6-8806-49034259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57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Manual booking and oversight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60FD0-7BB6-4AA5-9181-E8C02215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D4DCB-56AD-4981-9082-80BA5C10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241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12DAF-E480-4577-BAA3-53DA9D2C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BA406-3395-412A-BB94-07487DB1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895F0-D8BC-4803-A647-5D819DA4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75A16-CF33-469D-BC0E-42BE8294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59055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10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22C00-2699-468E-9B41-46F3E134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Shared booking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7FB43-FD15-4836-9062-753F9FB3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C7D8D1"/>
                </a:solidFill>
              </a:defRPr>
            </a:defPPr>
            <a:lvl1pPr algn="ctr">
              <a:defRPr sz="1200" b="0">
                <a:solidFill>
                  <a:srgbClr val="C7D8D1"/>
                </a:solidFill>
              </a:defRPr>
            </a:lvl1pPr>
            <a:lvl2pPr algn="ctr">
              <a:defRPr sz="1200" b="0">
                <a:solidFill>
                  <a:srgbClr val="C7D8D1"/>
                </a:solidFill>
              </a:defRPr>
            </a:lvl2pPr>
            <a:lvl3pPr algn="ctr">
              <a:defRPr sz="1200" b="0">
                <a:solidFill>
                  <a:srgbClr val="C7D8D1"/>
                </a:solidFill>
              </a:defRPr>
            </a:lvl3pPr>
            <a:lvl4pPr algn="ctr">
              <a:defRPr sz="1200" b="0">
                <a:solidFill>
                  <a:srgbClr val="C7D8D1"/>
                </a:solidFill>
              </a:defRPr>
            </a:lvl4pPr>
            <a:lvl5pPr algn="ctr">
              <a:defRPr sz="1200" b="0">
                <a:solidFill>
                  <a:srgbClr val="C7D8D1"/>
                </a:solidFill>
              </a:defRPr>
            </a:lvl5pPr>
            <a:lvl6pPr algn="ctr">
              <a:defRPr sz="1200" b="0">
                <a:solidFill>
                  <a:srgbClr val="C7D8D1"/>
                </a:solidFill>
              </a:defRPr>
            </a:lvl6pPr>
            <a:lvl7pPr algn="ctr">
              <a:defRPr sz="1200" b="0">
                <a:solidFill>
                  <a:srgbClr val="C7D8D1"/>
                </a:solidFill>
              </a:defRPr>
            </a:lvl7pPr>
            <a:lvl8pPr algn="ctr">
              <a:defRPr sz="1200" b="0">
                <a:solidFill>
                  <a:srgbClr val="C7D8D1"/>
                </a:solidFill>
              </a:defRPr>
            </a:lvl8pPr>
            <a:lvl9pPr algn="ctr">
              <a:defRPr sz="1200" b="0">
                <a:solidFill>
                  <a:srgbClr val="C7D8D1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C7D8D1"/>
                </a:solidFill>
              </a:defRPr>
            </a:pPr>
            <a:r>
              <a:rPr sz="1200" b="0">
                <a:solidFill>
                  <a:srgbClr val="C7D8D1"/>
                </a:solidFill>
              </a:rPr>
              <a:t>Doctors  •  services  •  schedules  •  availability  •  confirmations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3E115-E6C9-4BD9-8442-ADFA81E7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F6B52"/>
                </a:solidFill>
              </a:defRPr>
            </a:defPPr>
            <a:lvl1pPr algn="ctr">
              <a:defRPr sz="1350" b="1">
                <a:solidFill>
                  <a:srgbClr val="2F6B52"/>
                </a:solidFill>
              </a:defRPr>
            </a:lvl1pPr>
            <a:lvl2pPr algn="ctr">
              <a:defRPr sz="1350" b="1">
                <a:solidFill>
                  <a:srgbClr val="2F6B52"/>
                </a:solidFill>
              </a:defRPr>
            </a:lvl2pPr>
            <a:lvl3pPr algn="ctr">
              <a:defRPr sz="1350" b="1">
                <a:solidFill>
                  <a:srgbClr val="2F6B52"/>
                </a:solidFill>
              </a:defRPr>
            </a:lvl3pPr>
            <a:lvl4pPr algn="ctr">
              <a:defRPr sz="1350" b="1">
                <a:solidFill>
                  <a:srgbClr val="2F6B52"/>
                </a:solidFill>
              </a:defRPr>
            </a:lvl4pPr>
            <a:lvl5pPr algn="ctr">
              <a:defRPr sz="1350" b="1">
                <a:solidFill>
                  <a:srgbClr val="2F6B52"/>
                </a:solidFill>
              </a:defRPr>
            </a:lvl5pPr>
            <a:lvl6pPr algn="ctr">
              <a:defRPr sz="1350" b="1">
                <a:solidFill>
                  <a:srgbClr val="2F6B52"/>
                </a:solidFill>
              </a:defRPr>
            </a:lvl6pPr>
            <a:lvl7pPr algn="ctr">
              <a:defRPr sz="1350" b="1">
                <a:solidFill>
                  <a:srgbClr val="2F6B52"/>
                </a:solidFill>
              </a:defRPr>
            </a:lvl7pPr>
            <a:lvl8pPr algn="ctr">
              <a:defRPr sz="1350" b="1">
                <a:solidFill>
                  <a:srgbClr val="2F6B52"/>
                </a:solidFill>
              </a:defRPr>
            </a:lvl8pPr>
            <a:lvl9pPr algn="ctr">
              <a:defRPr sz="135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F6B52"/>
                </a:solidFill>
              </a:defRPr>
            </a:pPr>
            <a:r>
              <a:rPr sz="1350" b="1">
                <a:solidFill>
                  <a:srgbClr val="2F6B52"/>
                </a:solidFill>
              </a:rPr>
              <a:t>Every confirmed appointment appears in the hospital workspace.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7EDDE-7F78-4CE4-9224-577D316B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68E57-32FA-464D-9863-49EE7C9E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8251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3A397-3D53-493C-AF7D-A226C85E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A shorter path from enquiry to appointment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EB4B9-B295-4C46-9069-A4DADACD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The system keeps the patient in the same channel while the hospital retains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A3E77-4294-41F2-B9B4-313F4AD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43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C3C72-BA86-47CA-8B57-E6E8AAD5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57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1F873-E6D2-4A67-8F15-C1FC4356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479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47397-EA80-4767-9B49-FECF27E9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7312D"/>
                </a:solidFill>
              </a:defRPr>
            </a:defPPr>
            <a:lvl1pPr algn="ctr">
              <a:defRPr sz="1425" b="1">
                <a:solidFill>
                  <a:srgbClr val="17312D"/>
                </a:solidFill>
              </a:defRPr>
            </a:lvl1pPr>
            <a:lvl2pPr algn="ctr">
              <a:defRPr sz="1425" b="1">
                <a:solidFill>
                  <a:srgbClr val="17312D"/>
                </a:solidFill>
              </a:defRPr>
            </a:lvl2pPr>
            <a:lvl3pPr algn="ctr">
              <a:defRPr sz="1425" b="1">
                <a:solidFill>
                  <a:srgbClr val="17312D"/>
                </a:solidFill>
              </a:defRPr>
            </a:lvl3pPr>
            <a:lvl4pPr algn="ctr">
              <a:defRPr sz="1425" b="1">
                <a:solidFill>
                  <a:srgbClr val="17312D"/>
                </a:solidFill>
              </a:defRPr>
            </a:lvl4pPr>
            <a:lvl5pPr algn="ctr">
              <a:defRPr sz="1425" b="1">
                <a:solidFill>
                  <a:srgbClr val="17312D"/>
                </a:solidFill>
              </a:defRPr>
            </a:lvl5pPr>
            <a:lvl6pPr algn="ctr">
              <a:defRPr sz="1425" b="1">
                <a:solidFill>
                  <a:srgbClr val="17312D"/>
                </a:solidFill>
              </a:defRPr>
            </a:lvl6pPr>
            <a:lvl7pPr algn="ctr">
              <a:defRPr sz="1425" b="1">
                <a:solidFill>
                  <a:srgbClr val="17312D"/>
                </a:solidFill>
              </a:defRPr>
            </a:lvl7pPr>
            <a:lvl8pPr algn="ctr">
              <a:defRPr sz="1425" b="1">
                <a:solidFill>
                  <a:srgbClr val="17312D"/>
                </a:solidFill>
              </a:defRPr>
            </a:lvl8pPr>
            <a:lvl9pPr algn="ctr">
              <a:defRPr sz="142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312D"/>
                </a:solidFill>
              </a:defRPr>
            </a:pPr>
            <a:r>
              <a:rPr sz="1425" b="1">
                <a:solidFill>
                  <a:srgbClr val="17312D"/>
                </a:solidFill>
              </a:rPr>
              <a:t>Patient contacts the hospital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C3868-C626-4C01-8A40-98287C16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86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Voice, WhatsApp or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1ED3F-41D7-433A-B83D-AE2CFE2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43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A1E16-8898-4214-AA87-9A19BCA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57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3351E-C2FD-4BC1-BE31-969A79A6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EDFFB-C347-489E-AE24-B168D77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7312D"/>
                </a:solidFill>
              </a:defRPr>
            </a:defPPr>
            <a:lvl1pPr algn="ctr">
              <a:defRPr sz="1425" b="1">
                <a:solidFill>
                  <a:srgbClr val="17312D"/>
                </a:solidFill>
              </a:defRPr>
            </a:lvl1pPr>
            <a:lvl2pPr algn="ctr">
              <a:defRPr sz="1425" b="1">
                <a:solidFill>
                  <a:srgbClr val="17312D"/>
                </a:solidFill>
              </a:defRPr>
            </a:lvl2pPr>
            <a:lvl3pPr algn="ctr">
              <a:defRPr sz="1425" b="1">
                <a:solidFill>
                  <a:srgbClr val="17312D"/>
                </a:solidFill>
              </a:defRPr>
            </a:lvl3pPr>
            <a:lvl4pPr algn="ctr">
              <a:defRPr sz="1425" b="1">
                <a:solidFill>
                  <a:srgbClr val="17312D"/>
                </a:solidFill>
              </a:defRPr>
            </a:lvl4pPr>
            <a:lvl5pPr algn="ctr">
              <a:defRPr sz="1425" b="1">
                <a:solidFill>
                  <a:srgbClr val="17312D"/>
                </a:solidFill>
              </a:defRPr>
            </a:lvl5pPr>
            <a:lvl6pPr algn="ctr">
              <a:defRPr sz="1425" b="1">
                <a:solidFill>
                  <a:srgbClr val="17312D"/>
                </a:solidFill>
              </a:defRPr>
            </a:lvl6pPr>
            <a:lvl7pPr algn="ctr">
              <a:defRPr sz="1425" b="1">
                <a:solidFill>
                  <a:srgbClr val="17312D"/>
                </a:solidFill>
              </a:defRPr>
            </a:lvl7pPr>
            <a:lvl8pPr algn="ctr">
              <a:defRPr sz="1425" b="1">
                <a:solidFill>
                  <a:srgbClr val="17312D"/>
                </a:solidFill>
              </a:defRPr>
            </a:lvl8pPr>
            <a:lvl9pPr algn="ctr">
              <a:defRPr sz="142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312D"/>
                </a:solidFill>
              </a:defRPr>
            </a:pPr>
            <a:r>
              <a:rPr sz="1425" b="1">
                <a:solidFill>
                  <a:srgbClr val="17312D"/>
                </a:solidFill>
              </a:rPr>
              <a:t>System understands the 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B76AD-1093-4992-BB60-BC7F6A82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Speciality, doctor, visit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FC452-101C-4898-B8D7-2A6308C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43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BCE07-EACA-4FCD-AD8E-B86F166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57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56E76-754C-4274-90ED-925CA11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479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C1575-61BA-40F5-9A06-4722F4A0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7312D"/>
                </a:solidFill>
              </a:defRPr>
            </a:defPPr>
            <a:lvl1pPr algn="ctr">
              <a:defRPr sz="1425" b="1">
                <a:solidFill>
                  <a:srgbClr val="17312D"/>
                </a:solidFill>
              </a:defRPr>
            </a:lvl1pPr>
            <a:lvl2pPr algn="ctr">
              <a:defRPr sz="1425" b="1">
                <a:solidFill>
                  <a:srgbClr val="17312D"/>
                </a:solidFill>
              </a:defRPr>
            </a:lvl2pPr>
            <a:lvl3pPr algn="ctr">
              <a:defRPr sz="1425" b="1">
                <a:solidFill>
                  <a:srgbClr val="17312D"/>
                </a:solidFill>
              </a:defRPr>
            </a:lvl3pPr>
            <a:lvl4pPr algn="ctr">
              <a:defRPr sz="1425" b="1">
                <a:solidFill>
                  <a:srgbClr val="17312D"/>
                </a:solidFill>
              </a:defRPr>
            </a:lvl4pPr>
            <a:lvl5pPr algn="ctr">
              <a:defRPr sz="1425" b="1">
                <a:solidFill>
                  <a:srgbClr val="17312D"/>
                </a:solidFill>
              </a:defRPr>
            </a:lvl5pPr>
            <a:lvl6pPr algn="ctr">
              <a:defRPr sz="1425" b="1">
                <a:solidFill>
                  <a:srgbClr val="17312D"/>
                </a:solidFill>
              </a:defRPr>
            </a:lvl6pPr>
            <a:lvl7pPr algn="ctr">
              <a:defRPr sz="1425" b="1">
                <a:solidFill>
                  <a:srgbClr val="17312D"/>
                </a:solidFill>
              </a:defRPr>
            </a:lvl7pPr>
            <a:lvl8pPr algn="ctr">
              <a:defRPr sz="1425" b="1">
                <a:solidFill>
                  <a:srgbClr val="17312D"/>
                </a:solidFill>
              </a:defRPr>
            </a:lvl8pPr>
            <a:lvl9pPr algn="ctr">
              <a:defRPr sz="142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312D"/>
                </a:solidFill>
              </a:defRPr>
            </a:pPr>
            <a:r>
              <a:rPr sz="1425" b="1">
                <a:solidFill>
                  <a:srgbClr val="17312D"/>
                </a:solidFill>
              </a:rPr>
              <a:t>Live slots are offered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0E516-2A65-48B9-9966-5340EC7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86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Only current 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FF937-40A6-4BA6-84B0-ECE4A4B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9C3E6-4563-4687-A671-CC6734F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57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E5A50-3382-48A0-A893-0ED7F73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2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CDA6B-0060-4F27-9626-CADF7FA2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7312D"/>
                </a:solidFill>
              </a:defRPr>
            </a:defPPr>
            <a:lvl1pPr algn="ctr">
              <a:defRPr sz="1425" b="1">
                <a:solidFill>
                  <a:srgbClr val="17312D"/>
                </a:solidFill>
              </a:defRPr>
            </a:lvl1pPr>
            <a:lvl2pPr algn="ctr">
              <a:defRPr sz="1425" b="1">
                <a:solidFill>
                  <a:srgbClr val="17312D"/>
                </a:solidFill>
              </a:defRPr>
            </a:lvl2pPr>
            <a:lvl3pPr algn="ctr">
              <a:defRPr sz="1425" b="1">
                <a:solidFill>
                  <a:srgbClr val="17312D"/>
                </a:solidFill>
              </a:defRPr>
            </a:lvl3pPr>
            <a:lvl4pPr algn="ctr">
              <a:defRPr sz="1425" b="1">
                <a:solidFill>
                  <a:srgbClr val="17312D"/>
                </a:solidFill>
              </a:defRPr>
            </a:lvl4pPr>
            <a:lvl5pPr algn="ctr">
              <a:defRPr sz="1425" b="1">
                <a:solidFill>
                  <a:srgbClr val="17312D"/>
                </a:solidFill>
              </a:defRPr>
            </a:lvl5pPr>
            <a:lvl6pPr algn="ctr">
              <a:defRPr sz="1425" b="1">
                <a:solidFill>
                  <a:srgbClr val="17312D"/>
                </a:solidFill>
              </a:defRPr>
            </a:lvl6pPr>
            <a:lvl7pPr algn="ctr">
              <a:defRPr sz="1425" b="1">
                <a:solidFill>
                  <a:srgbClr val="17312D"/>
                </a:solidFill>
              </a:defRPr>
            </a:lvl7pPr>
            <a:lvl8pPr algn="ctr">
              <a:defRPr sz="1425" b="1">
                <a:solidFill>
                  <a:srgbClr val="17312D"/>
                </a:solidFill>
              </a:defRPr>
            </a:lvl8pPr>
            <a:lvl9pPr algn="ctr">
              <a:defRPr sz="142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312D"/>
                </a:solidFill>
              </a:defRPr>
            </a:pPr>
            <a:r>
              <a:rPr sz="1425" b="1">
                <a:solidFill>
                  <a:srgbClr val="17312D"/>
                </a:solidFill>
              </a:rPr>
              <a:t>Patient confirms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A0F4B-5835-4728-AC25-E3D167E3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Name, phone and consent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F0C70-A10E-4F8D-91EB-C61AF4EA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43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EA12E-A6BC-44AB-82CD-6BA9EEDD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057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17EFC-32AB-448B-B750-E32C07F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7312D"/>
                </a:solidFill>
              </a:defRPr>
            </a:defPPr>
            <a:lvl1pPr algn="ctr">
              <a:defRPr sz="1425" b="1">
                <a:solidFill>
                  <a:srgbClr val="17312D"/>
                </a:solidFill>
              </a:defRPr>
            </a:lvl1pPr>
            <a:lvl2pPr algn="ctr">
              <a:defRPr sz="1425" b="1">
                <a:solidFill>
                  <a:srgbClr val="17312D"/>
                </a:solidFill>
              </a:defRPr>
            </a:lvl2pPr>
            <a:lvl3pPr algn="ctr">
              <a:defRPr sz="1425" b="1">
                <a:solidFill>
                  <a:srgbClr val="17312D"/>
                </a:solidFill>
              </a:defRPr>
            </a:lvl3pPr>
            <a:lvl4pPr algn="ctr">
              <a:defRPr sz="1425" b="1">
                <a:solidFill>
                  <a:srgbClr val="17312D"/>
                </a:solidFill>
              </a:defRPr>
            </a:lvl4pPr>
            <a:lvl5pPr algn="ctr">
              <a:defRPr sz="1425" b="1">
                <a:solidFill>
                  <a:srgbClr val="17312D"/>
                </a:solidFill>
              </a:defRPr>
            </a:lvl5pPr>
            <a:lvl6pPr algn="ctr">
              <a:defRPr sz="1425" b="1">
                <a:solidFill>
                  <a:srgbClr val="17312D"/>
                </a:solidFill>
              </a:defRPr>
            </a:lvl6pPr>
            <a:lvl7pPr algn="ctr">
              <a:defRPr sz="1425" b="1">
                <a:solidFill>
                  <a:srgbClr val="17312D"/>
                </a:solidFill>
              </a:defRPr>
            </a:lvl7pPr>
            <a:lvl8pPr algn="ctr">
              <a:defRPr sz="1425" b="1">
                <a:solidFill>
                  <a:srgbClr val="17312D"/>
                </a:solidFill>
              </a:defRPr>
            </a:lvl8pPr>
            <a:lvl9pPr algn="ctr">
              <a:defRPr sz="142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312D"/>
                </a:solidFill>
              </a:defRPr>
            </a:pPr>
            <a:r>
              <a:rPr sz="1425" b="1">
                <a:solidFill>
                  <a:srgbClr val="17312D"/>
                </a:solidFill>
              </a:rPr>
              <a:t>Staff sees the booking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2DB2A-DBA1-461E-A5EC-27D1216D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861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667B75"/>
                </a:solidFill>
              </a:defRPr>
            </a:defPPr>
            <a:lvl1pPr algn="ctr">
              <a:defRPr sz="1125" b="0">
                <a:solidFill>
                  <a:srgbClr val="667B75"/>
                </a:solidFill>
              </a:defRPr>
            </a:lvl1pPr>
            <a:lvl2pPr algn="ctr">
              <a:defRPr sz="1125" b="0">
                <a:solidFill>
                  <a:srgbClr val="667B75"/>
                </a:solidFill>
              </a:defRPr>
            </a:lvl2pPr>
            <a:lvl3pPr algn="ctr">
              <a:defRPr sz="1125" b="0">
                <a:solidFill>
                  <a:srgbClr val="667B75"/>
                </a:solidFill>
              </a:defRPr>
            </a:lvl3pPr>
            <a:lvl4pPr algn="ctr">
              <a:defRPr sz="1125" b="0">
                <a:solidFill>
                  <a:srgbClr val="667B75"/>
                </a:solidFill>
              </a:defRPr>
            </a:lvl4pPr>
            <a:lvl5pPr algn="ctr">
              <a:defRPr sz="1125" b="0">
                <a:solidFill>
                  <a:srgbClr val="667B75"/>
                </a:solidFill>
              </a:defRPr>
            </a:lvl5pPr>
            <a:lvl6pPr algn="ctr">
              <a:defRPr sz="1125" b="0">
                <a:solidFill>
                  <a:srgbClr val="667B75"/>
                </a:solidFill>
              </a:defRPr>
            </a:lvl6pPr>
            <a:lvl7pPr algn="ctr">
              <a:defRPr sz="1125" b="0">
                <a:solidFill>
                  <a:srgbClr val="667B75"/>
                </a:solidFill>
              </a:defRPr>
            </a:lvl7pPr>
            <a:lvl8pPr algn="ctr">
              <a:defRPr sz="1125" b="0">
                <a:solidFill>
                  <a:srgbClr val="667B75"/>
                </a:solidFill>
              </a:defRPr>
            </a:lvl8pPr>
            <a:lvl9pPr algn="ctr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One queue and audit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59AF3-2336-46E8-A605-41549D31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5727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640E4-E7F7-4F82-AFC9-6AC6160E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F6B52"/>
                </a:solidFill>
              </a:defRPr>
            </a:defPPr>
            <a:lvl1pPr algn="l">
              <a:defRPr sz="1350" b="1">
                <a:solidFill>
                  <a:srgbClr val="2F6B52"/>
                </a:solidFill>
              </a:defRPr>
            </a:lvl1pPr>
            <a:lvl2pPr algn="l">
              <a:defRPr sz="1350" b="1">
                <a:solidFill>
                  <a:srgbClr val="2F6B52"/>
                </a:solidFill>
              </a:defRPr>
            </a:lvl2pPr>
            <a:lvl3pPr algn="l">
              <a:defRPr sz="1350" b="1">
                <a:solidFill>
                  <a:srgbClr val="2F6B52"/>
                </a:solidFill>
              </a:defRPr>
            </a:lvl3pPr>
            <a:lvl4pPr algn="l">
              <a:defRPr sz="1350" b="1">
                <a:solidFill>
                  <a:srgbClr val="2F6B52"/>
                </a:solidFill>
              </a:defRPr>
            </a:lvl4pPr>
            <a:lvl5pPr algn="l">
              <a:defRPr sz="1350" b="1">
                <a:solidFill>
                  <a:srgbClr val="2F6B52"/>
                </a:solidFill>
              </a:defRPr>
            </a:lvl5pPr>
            <a:lvl6pPr algn="l">
              <a:defRPr sz="1350" b="1">
                <a:solidFill>
                  <a:srgbClr val="2F6B52"/>
                </a:solidFill>
              </a:defRPr>
            </a:lvl6pPr>
            <a:lvl7pPr algn="l">
              <a:defRPr sz="1350" b="1">
                <a:solidFill>
                  <a:srgbClr val="2F6B52"/>
                </a:solidFill>
              </a:defRPr>
            </a:lvl7pPr>
            <a:lvl8pPr algn="l">
              <a:defRPr sz="1350" b="1">
                <a:solidFill>
                  <a:srgbClr val="2F6B52"/>
                </a:solidFill>
              </a:defRPr>
            </a:lvl8pPr>
            <a:lvl9pPr algn="l">
              <a:defRPr sz="135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52"/>
                </a:solidFill>
              </a:defRPr>
            </a:pPr>
            <a:r>
              <a:rPr sz="1350" b="1">
                <a:solidFill>
                  <a:srgbClr val="2F6B52"/>
                </a:solidFill>
              </a:rPr>
              <a:t>Built-in 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7419B-EA0B-4879-BB09-98A2683A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95825"/>
            <a:ext cx="7953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17312D"/>
                </a:solidFill>
              </a:defRPr>
            </a:defPPr>
            <a:lvl1pPr algn="l">
              <a:defRPr sz="1425" b="0">
                <a:solidFill>
                  <a:srgbClr val="17312D"/>
                </a:solidFill>
              </a:defRPr>
            </a:lvl1pPr>
            <a:lvl2pPr algn="l">
              <a:defRPr sz="1425" b="0">
                <a:solidFill>
                  <a:srgbClr val="17312D"/>
                </a:solidFill>
              </a:defRPr>
            </a:lvl2pPr>
            <a:lvl3pPr algn="l">
              <a:defRPr sz="1425" b="0">
                <a:solidFill>
                  <a:srgbClr val="17312D"/>
                </a:solidFill>
              </a:defRPr>
            </a:lvl3pPr>
            <a:lvl4pPr algn="l">
              <a:defRPr sz="1425" b="0">
                <a:solidFill>
                  <a:srgbClr val="17312D"/>
                </a:solidFill>
              </a:defRPr>
            </a:lvl4pPr>
            <a:lvl5pPr algn="l">
              <a:defRPr sz="1425" b="0">
                <a:solidFill>
                  <a:srgbClr val="17312D"/>
                </a:solidFill>
              </a:defRPr>
            </a:lvl5pPr>
            <a:lvl6pPr algn="l">
              <a:defRPr sz="1425" b="0">
                <a:solidFill>
                  <a:srgbClr val="17312D"/>
                </a:solidFill>
              </a:defRPr>
            </a:lvl6pPr>
            <a:lvl7pPr algn="l">
              <a:defRPr sz="1425" b="0">
                <a:solidFill>
                  <a:srgbClr val="17312D"/>
                </a:solidFill>
              </a:defRPr>
            </a:lvl7pPr>
            <a:lvl8pPr algn="l">
              <a:defRPr sz="1425" b="0">
                <a:solidFill>
                  <a:srgbClr val="17312D"/>
                </a:solidFill>
              </a:defRPr>
            </a:lvl8pPr>
            <a:lvl9pPr algn="l">
              <a:defRPr sz="1425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312D"/>
                </a:solidFill>
              </a:defRPr>
            </a:pPr>
            <a:r>
              <a:rPr sz="1425" b="0">
                <a:solidFill>
                  <a:srgbClr val="17312D"/>
                </a:solidFill>
              </a:rPr>
              <a:t>Slot holds prevent duplicate booking. Tenant isolation separates hospital data. Staff can review channel history and intervene when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EEAD4-5359-48BE-B811-698542B0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530ED-4471-4B95-9CB2-E7C20D2C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4670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8E549-FD30-47E9-A293-656D9BB9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voice receptionist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2957-D90E-46A5-B10F-EBD9FCD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C7D8D1"/>
                </a:solidFill>
              </a:defRPr>
            </a:defPPr>
            <a:lvl1pPr algn="l">
              <a:defRPr sz="1350" b="0">
                <a:solidFill>
                  <a:srgbClr val="C7D8D1"/>
                </a:solidFill>
              </a:defRPr>
            </a:lvl1pPr>
            <a:lvl2pPr algn="l">
              <a:defRPr sz="1350" b="0">
                <a:solidFill>
                  <a:srgbClr val="C7D8D1"/>
                </a:solidFill>
              </a:defRPr>
            </a:lvl2pPr>
            <a:lvl3pPr algn="l">
              <a:defRPr sz="1350" b="0">
                <a:solidFill>
                  <a:srgbClr val="C7D8D1"/>
                </a:solidFill>
              </a:defRPr>
            </a:lvl3pPr>
            <a:lvl4pPr algn="l">
              <a:defRPr sz="1350" b="0">
                <a:solidFill>
                  <a:srgbClr val="C7D8D1"/>
                </a:solidFill>
              </a:defRPr>
            </a:lvl4pPr>
            <a:lvl5pPr algn="l">
              <a:defRPr sz="1350" b="0">
                <a:solidFill>
                  <a:srgbClr val="C7D8D1"/>
                </a:solidFill>
              </a:defRPr>
            </a:lvl5pPr>
            <a:lvl6pPr algn="l">
              <a:defRPr sz="1350" b="0">
                <a:solidFill>
                  <a:srgbClr val="C7D8D1"/>
                </a:solidFill>
              </a:defRPr>
            </a:lvl6pPr>
            <a:lvl7pPr algn="l">
              <a:defRPr sz="1350" b="0">
                <a:solidFill>
                  <a:srgbClr val="C7D8D1"/>
                </a:solidFill>
              </a:defRPr>
            </a:lvl7pPr>
            <a:lvl8pPr algn="l">
              <a:defRPr sz="1350" b="0">
                <a:solidFill>
                  <a:srgbClr val="C7D8D1"/>
                </a:solidFill>
              </a:defRPr>
            </a:lvl8pPr>
            <a:lvl9pPr algn="l">
              <a:defRPr sz="1350" b="0">
                <a:solidFill>
                  <a:srgbClr val="C7D8D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7D8D1"/>
                </a:solidFill>
              </a:defRPr>
            </a:pPr>
            <a:r>
              <a:rPr sz="1350" b="0">
                <a:solidFill>
                  <a:srgbClr val="C7D8D1"/>
                </a:solidFill>
              </a:rPr>
              <a:t>A dedicated hospital front desk that can answer, check availability and complete bookings.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9E5F3-7825-4972-B699-EF90405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27853-D139-4019-B84F-1E2A26E1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42085-69BF-4426-A2B5-17E2E627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47975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02923"/>
                </a:solidFill>
              </a:defRPr>
            </a:defPPr>
            <a:lvl1pPr algn="ctr">
              <a:defRPr sz="1650" b="1">
                <a:solidFill>
                  <a:srgbClr val="102923"/>
                </a:solidFill>
              </a:defRPr>
            </a:lvl1pPr>
            <a:lvl2pPr algn="ctr">
              <a:defRPr sz="1650" b="1">
                <a:solidFill>
                  <a:srgbClr val="102923"/>
                </a:solidFill>
              </a:defRPr>
            </a:lvl2pPr>
            <a:lvl3pPr algn="ctr">
              <a:defRPr sz="1650" b="1">
                <a:solidFill>
                  <a:srgbClr val="102923"/>
                </a:solidFill>
              </a:defRPr>
            </a:lvl3pPr>
            <a:lvl4pPr algn="ctr">
              <a:defRPr sz="1650" b="1">
                <a:solidFill>
                  <a:srgbClr val="102923"/>
                </a:solidFill>
              </a:defRPr>
            </a:lvl4pPr>
            <a:lvl5pPr algn="ctr">
              <a:defRPr sz="1650" b="1">
                <a:solidFill>
                  <a:srgbClr val="102923"/>
                </a:solidFill>
              </a:defRPr>
            </a:lvl5pPr>
            <a:lvl6pPr algn="ctr">
              <a:defRPr sz="1650" b="1">
                <a:solidFill>
                  <a:srgbClr val="102923"/>
                </a:solidFill>
              </a:defRPr>
            </a:lvl6pPr>
            <a:lvl7pPr algn="ctr">
              <a:defRPr sz="1650" b="1">
                <a:solidFill>
                  <a:srgbClr val="102923"/>
                </a:solidFill>
              </a:defRPr>
            </a:lvl7pPr>
            <a:lvl8pPr algn="ctr">
              <a:defRPr sz="1650" b="1">
                <a:solidFill>
                  <a:srgbClr val="102923"/>
                </a:solidFill>
              </a:defRPr>
            </a:lvl8pPr>
            <a:lvl9pPr algn="ctr">
              <a:defRPr sz="1650" b="1">
                <a:solidFill>
                  <a:srgbClr val="102923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923"/>
                </a:solidFill>
              </a:defRPr>
            </a:pPr>
            <a:r>
              <a:rPr sz="1650" b="1">
                <a:solidFill>
                  <a:srgbClr val="102923"/>
                </a:solidFill>
              </a:rPr>
              <a:t>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DFE1F-E244-4365-8CDE-9DC99DA3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Dedicated number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4E8A0-797F-4B67-89FE-31988C1A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Assigned to the hospital tenant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8A5E0-1EAB-46E8-A62D-2084AA05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91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Call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3B15C-0892-4DC6-BEBF-D275A2A5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243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Review outcomes and recordings where consent permits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C2C3F-A6DA-4A9C-8D2C-C977E9B9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33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6ADDA-318B-4BEE-B09B-E418BAA9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Answers routine enquiries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EA880-1076-4488-BF41-4268941C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Doctors, services, locations and hours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BC7B3-FE24-4EF6-A4A1-7B534BAA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41FE8-6615-49A6-8AE4-65C56971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Books against live schedules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CF7F6-DEF9-448F-B343-13321EC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Holds and confirms the selected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E2F91-07F9-453F-AD26-6C9BC53C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0653B-45FD-4DA4-911D-C89A5FE3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Escalates exceptions to staff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48601-A1D7-44E9-946E-F91FD2B9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Reception handles sensitive or unclear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EFB98-CF2F-4255-9513-5F317263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62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EF582-4E0D-4BCD-9C50-435BC8D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Keeps every tenant isolated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E6C56-3A67-4D13-AE08-2DCFD15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38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Separate credentials, database and audit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57A87-20AE-4EEA-94CC-E5EA3093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00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EBCF85"/>
                </a:solidFill>
              </a:defRPr>
            </a:defPPr>
            <a:lvl1pPr algn="l">
              <a:defRPr sz="1050" b="1">
                <a:solidFill>
                  <a:srgbClr val="EBCF85"/>
                </a:solidFill>
              </a:defRPr>
            </a:lvl1pPr>
            <a:lvl2pPr algn="l">
              <a:defRPr sz="1050" b="1">
                <a:solidFill>
                  <a:srgbClr val="EBCF85"/>
                </a:solidFill>
              </a:defRPr>
            </a:lvl2pPr>
            <a:lvl3pPr algn="l">
              <a:defRPr sz="1050" b="1">
                <a:solidFill>
                  <a:srgbClr val="EBCF85"/>
                </a:solidFill>
              </a:defRPr>
            </a:lvl3pPr>
            <a:lvl4pPr algn="l">
              <a:defRPr sz="1050" b="1">
                <a:solidFill>
                  <a:srgbClr val="EBCF85"/>
                </a:solidFill>
              </a:defRPr>
            </a:lvl4pPr>
            <a:lvl5pPr algn="l">
              <a:defRPr sz="1050" b="1">
                <a:solidFill>
                  <a:srgbClr val="EBCF85"/>
                </a:solidFill>
              </a:defRPr>
            </a:lvl5pPr>
            <a:lvl6pPr algn="l">
              <a:defRPr sz="1050" b="1">
                <a:solidFill>
                  <a:srgbClr val="EBCF85"/>
                </a:solidFill>
              </a:defRPr>
            </a:lvl6pPr>
            <a:lvl7pPr algn="l">
              <a:defRPr sz="1050" b="1">
                <a:solidFill>
                  <a:srgbClr val="EBCF85"/>
                </a:solidFill>
              </a:defRPr>
            </a:lvl7pPr>
            <a:lvl8pPr algn="l">
              <a:defRPr sz="1050" b="1">
                <a:solidFill>
                  <a:srgbClr val="EBCF85"/>
                </a:solidFill>
              </a:defRPr>
            </a:lvl8pPr>
            <a:lvl9pPr algn="l">
              <a:defRPr sz="1050" b="1">
                <a:solidFill>
                  <a:srgbClr val="EBCF8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BCF85"/>
                </a:solidFill>
              </a:defRPr>
            </a:pPr>
            <a:r>
              <a:rPr sz="1050" b="1">
                <a:solidFill>
                  <a:srgbClr val="EBCF85"/>
                </a:solidFill>
              </a:rPr>
              <a:t>Activation requires the hospital’s approved phone and provider setup.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DD0CB-4877-4574-8164-54960D91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AEC2BA"/>
                </a:solidFill>
              </a:defRPr>
            </a:defPPr>
            <a:lvl1pPr algn="l">
              <a:defRPr sz="750" b="1">
                <a:solidFill>
                  <a:srgbClr val="AEC2BA"/>
                </a:solidFill>
              </a:defRPr>
            </a:lvl1pPr>
            <a:lvl2pPr algn="l">
              <a:defRPr sz="750" b="1">
                <a:solidFill>
                  <a:srgbClr val="AEC2BA"/>
                </a:solidFill>
              </a:defRPr>
            </a:lvl2pPr>
            <a:lvl3pPr algn="l">
              <a:defRPr sz="750" b="1">
                <a:solidFill>
                  <a:srgbClr val="AEC2BA"/>
                </a:solidFill>
              </a:defRPr>
            </a:lvl3pPr>
            <a:lvl4pPr algn="l">
              <a:defRPr sz="750" b="1">
                <a:solidFill>
                  <a:srgbClr val="AEC2BA"/>
                </a:solidFill>
              </a:defRPr>
            </a:lvl4pPr>
            <a:lvl5pPr algn="l">
              <a:defRPr sz="750" b="1">
                <a:solidFill>
                  <a:srgbClr val="AEC2BA"/>
                </a:solidFill>
              </a:defRPr>
            </a:lvl5pPr>
            <a:lvl6pPr algn="l">
              <a:defRPr sz="750" b="1">
                <a:solidFill>
                  <a:srgbClr val="AEC2BA"/>
                </a:solidFill>
              </a:defRPr>
            </a:lvl6pPr>
            <a:lvl7pPr algn="l">
              <a:defRPr sz="750" b="1">
                <a:solidFill>
                  <a:srgbClr val="AEC2BA"/>
                </a:solidFill>
              </a:defRPr>
            </a:lvl7pPr>
            <a:lvl8pPr algn="l">
              <a:defRPr sz="750" b="1">
                <a:solidFill>
                  <a:srgbClr val="AEC2BA"/>
                </a:solidFill>
              </a:defRPr>
            </a:lvl8pPr>
            <a:lvl9pPr algn="l">
              <a:defRPr sz="750" b="1">
                <a:solidFill>
                  <a:srgbClr val="AEC2B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AEC2BA"/>
                </a:solidFill>
              </a:defRPr>
            </a:pPr>
            <a:r>
              <a:rPr sz="750" b="1">
                <a:solidFill>
                  <a:srgbClr val="AEC2BA"/>
                </a:solidFill>
              </a:rPr>
              <a:t>EXORA 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886C8-F1F6-4524-BB89-94665655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AEC2BA"/>
                </a:solidFill>
              </a:defRPr>
            </a:defPPr>
            <a:lvl1pPr algn="r">
              <a:defRPr sz="750" b="1">
                <a:solidFill>
                  <a:srgbClr val="AEC2BA"/>
                </a:solidFill>
              </a:defRPr>
            </a:lvl1pPr>
            <a:lvl2pPr algn="r">
              <a:defRPr sz="750" b="1">
                <a:solidFill>
                  <a:srgbClr val="AEC2BA"/>
                </a:solidFill>
              </a:defRPr>
            </a:lvl2pPr>
            <a:lvl3pPr algn="r">
              <a:defRPr sz="750" b="1">
                <a:solidFill>
                  <a:srgbClr val="AEC2BA"/>
                </a:solidFill>
              </a:defRPr>
            </a:lvl3pPr>
            <a:lvl4pPr algn="r">
              <a:defRPr sz="750" b="1">
                <a:solidFill>
                  <a:srgbClr val="AEC2BA"/>
                </a:solidFill>
              </a:defRPr>
            </a:lvl4pPr>
            <a:lvl5pPr algn="r">
              <a:defRPr sz="750" b="1">
                <a:solidFill>
                  <a:srgbClr val="AEC2BA"/>
                </a:solidFill>
              </a:defRPr>
            </a:lvl5pPr>
            <a:lvl6pPr algn="r">
              <a:defRPr sz="750" b="1">
                <a:solidFill>
                  <a:srgbClr val="AEC2BA"/>
                </a:solidFill>
              </a:defRPr>
            </a:lvl6pPr>
            <a:lvl7pPr algn="r">
              <a:defRPr sz="750" b="1">
                <a:solidFill>
                  <a:srgbClr val="AEC2BA"/>
                </a:solidFill>
              </a:defRPr>
            </a:lvl7pPr>
            <a:lvl8pPr algn="r">
              <a:defRPr sz="750" b="1">
                <a:solidFill>
                  <a:srgbClr val="AEC2BA"/>
                </a:solidFill>
              </a:defRPr>
            </a:lvl8pPr>
            <a:lvl9pPr algn="r">
              <a:defRPr sz="750" b="1">
                <a:solidFill>
                  <a:srgbClr val="AEC2BA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EC2BA"/>
                </a:solidFill>
              </a:defRPr>
            </a:pPr>
            <a:r>
              <a:rPr sz="750" b="1">
                <a:solidFill>
                  <a:srgbClr val="AEC2B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9684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15E41-448E-44E9-93D1-FFF74FC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WhatsApp automated booking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F7283-065E-4984-8D8C-8288BEC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A guided conversation can turn a message into a confirmed appointment, with staff handoff when needed.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6DCA9-9DBC-49E6-B49E-3BE1995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095750" cy="4095750"/>
          </a:xfrm>
          <a:prstGeom xmlns:a="http://schemas.openxmlformats.org/drawingml/2006/main" prst="roundRect">
            <a:avLst>
              <a:gd name="adj" fmla="val 6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303DD-E6B3-490C-A555-8FAAE482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12D"/>
                </a:solidFill>
              </a:defRPr>
            </a:defPPr>
            <a:lvl1pPr algn="l">
              <a:defRPr sz="1575" b="1">
                <a:solidFill>
                  <a:srgbClr val="17312D"/>
                </a:solidFill>
              </a:defRPr>
            </a:lvl1pPr>
            <a:lvl2pPr algn="l">
              <a:defRPr sz="1575" b="1">
                <a:solidFill>
                  <a:srgbClr val="17312D"/>
                </a:solidFill>
              </a:defRPr>
            </a:lvl2pPr>
            <a:lvl3pPr algn="l">
              <a:defRPr sz="1575" b="1">
                <a:solidFill>
                  <a:srgbClr val="17312D"/>
                </a:solidFill>
              </a:defRPr>
            </a:lvl3pPr>
            <a:lvl4pPr algn="l">
              <a:defRPr sz="1575" b="1">
                <a:solidFill>
                  <a:srgbClr val="17312D"/>
                </a:solidFill>
              </a:defRPr>
            </a:lvl4pPr>
            <a:lvl5pPr algn="l">
              <a:defRPr sz="1575" b="1">
                <a:solidFill>
                  <a:srgbClr val="17312D"/>
                </a:solidFill>
              </a:defRPr>
            </a:lvl5pPr>
            <a:lvl6pPr algn="l">
              <a:defRPr sz="1575" b="1">
                <a:solidFill>
                  <a:srgbClr val="17312D"/>
                </a:solidFill>
              </a:defRPr>
            </a:lvl6pPr>
            <a:lvl7pPr algn="l">
              <a:defRPr sz="1575" b="1">
                <a:solidFill>
                  <a:srgbClr val="17312D"/>
                </a:solidFill>
              </a:defRPr>
            </a:lvl7pPr>
            <a:lvl8pPr algn="l">
              <a:defRPr sz="1575" b="1">
                <a:solidFill>
                  <a:srgbClr val="17312D"/>
                </a:solidFill>
              </a:defRPr>
            </a:lvl8pPr>
            <a:lvl9pPr algn="l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WhatsApp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50A66-B7E7-467E-9AC6-0437309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366"/>
          </a:solidFill>
          <a:ln xmlns:a="http://schemas.openxmlformats.org/drawingml/2006/main" w="0">
            <a:solidFill>
              <a:srgbClr val="25D3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3343A-693E-41B1-9AC5-E56CAF4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B75"/>
                </a:solidFill>
              </a:defRPr>
            </a:defPPr>
            <a:lvl1pPr algn="l">
              <a:defRPr sz="825" b="1">
                <a:solidFill>
                  <a:srgbClr val="667B75"/>
                </a:solidFill>
              </a:defRPr>
            </a:lvl1pPr>
            <a:lvl2pPr algn="l">
              <a:defRPr sz="825" b="1">
                <a:solidFill>
                  <a:srgbClr val="667B75"/>
                </a:solidFill>
              </a:defRPr>
            </a:lvl2pPr>
            <a:lvl3pPr algn="l">
              <a:defRPr sz="825" b="1">
                <a:solidFill>
                  <a:srgbClr val="667B75"/>
                </a:solidFill>
              </a:defRPr>
            </a:lvl3pPr>
            <a:lvl4pPr algn="l">
              <a:defRPr sz="825" b="1">
                <a:solidFill>
                  <a:srgbClr val="667B75"/>
                </a:solidFill>
              </a:defRPr>
            </a:lvl4pPr>
            <a:lvl5pPr algn="l">
              <a:defRPr sz="825" b="1">
                <a:solidFill>
                  <a:srgbClr val="667B75"/>
                </a:solidFill>
              </a:defRPr>
            </a:lvl5pPr>
            <a:lvl6pPr algn="l">
              <a:defRPr sz="825" b="1">
                <a:solidFill>
                  <a:srgbClr val="667B75"/>
                </a:solidFill>
              </a:defRPr>
            </a:lvl6pPr>
            <a:lvl7pPr algn="l">
              <a:defRPr sz="825" b="1">
                <a:solidFill>
                  <a:srgbClr val="667B75"/>
                </a:solidFill>
              </a:defRPr>
            </a:lvl7pPr>
            <a:lvl8pPr algn="l">
              <a:defRPr sz="825" b="1">
                <a:solidFill>
                  <a:srgbClr val="667B75"/>
                </a:solidFill>
              </a:defRPr>
            </a:lvl8pPr>
            <a:lvl9pPr algn="l">
              <a:defRPr sz="825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67B75"/>
                </a:solidFill>
              </a:defRPr>
            </a:pPr>
            <a:r>
              <a:rPr sz="825" b="1">
                <a:solidFill>
                  <a:srgbClr val="667B75"/>
                </a:solidFill>
              </a:rPr>
              <a:t>Patient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ABCA0-502C-4D0A-8061-08F0FF3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952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ACE7B-19B7-4557-AE7B-EEDFF882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90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17312D"/>
                </a:solidFill>
              </a:defRPr>
            </a:defPPr>
            <a:lvl1pPr algn="l">
              <a:defRPr sz="1050" b="0">
                <a:solidFill>
                  <a:srgbClr val="17312D"/>
                </a:solidFill>
              </a:defRPr>
            </a:lvl1pPr>
            <a:lvl2pPr algn="l">
              <a:defRPr sz="1050" b="0">
                <a:solidFill>
                  <a:srgbClr val="17312D"/>
                </a:solidFill>
              </a:defRPr>
            </a:lvl2pPr>
            <a:lvl3pPr algn="l">
              <a:defRPr sz="1050" b="0">
                <a:solidFill>
                  <a:srgbClr val="17312D"/>
                </a:solidFill>
              </a:defRPr>
            </a:lvl3pPr>
            <a:lvl4pPr algn="l">
              <a:defRPr sz="1050" b="0">
                <a:solidFill>
                  <a:srgbClr val="17312D"/>
                </a:solidFill>
              </a:defRPr>
            </a:lvl4pPr>
            <a:lvl5pPr algn="l">
              <a:defRPr sz="1050" b="0">
                <a:solidFill>
                  <a:srgbClr val="17312D"/>
                </a:solidFill>
              </a:defRPr>
            </a:lvl5pPr>
            <a:lvl6pPr algn="l">
              <a:defRPr sz="1050" b="0">
                <a:solidFill>
                  <a:srgbClr val="17312D"/>
                </a:solidFill>
              </a:defRPr>
            </a:lvl6pPr>
            <a:lvl7pPr algn="l">
              <a:defRPr sz="1050" b="0">
                <a:solidFill>
                  <a:srgbClr val="17312D"/>
                </a:solidFill>
              </a:defRPr>
            </a:lvl7pPr>
            <a:lvl8pPr algn="l">
              <a:defRPr sz="1050" b="0">
                <a:solidFill>
                  <a:srgbClr val="17312D"/>
                </a:solidFill>
              </a:defRPr>
            </a:lvl8pPr>
            <a:lvl9pPr algn="l">
              <a:defRPr sz="1050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7312D"/>
                </a:solidFill>
              </a:defRPr>
            </a:pPr>
            <a:r>
              <a:rPr sz="1050" b="0">
                <a:solidFill>
                  <a:srgbClr val="17312D"/>
                </a:solidFill>
              </a:rPr>
              <a:t>I need a skin specialist tomorrow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816B0-6AF2-41ED-B0BF-FD27AD8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B75"/>
                </a:solidFill>
              </a:defRPr>
            </a:defPPr>
            <a:lvl1pPr algn="l">
              <a:defRPr sz="825" b="1">
                <a:solidFill>
                  <a:srgbClr val="667B75"/>
                </a:solidFill>
              </a:defRPr>
            </a:lvl1pPr>
            <a:lvl2pPr algn="l">
              <a:defRPr sz="825" b="1">
                <a:solidFill>
                  <a:srgbClr val="667B75"/>
                </a:solidFill>
              </a:defRPr>
            </a:lvl2pPr>
            <a:lvl3pPr algn="l">
              <a:defRPr sz="825" b="1">
                <a:solidFill>
                  <a:srgbClr val="667B75"/>
                </a:solidFill>
              </a:defRPr>
            </a:lvl3pPr>
            <a:lvl4pPr algn="l">
              <a:defRPr sz="825" b="1">
                <a:solidFill>
                  <a:srgbClr val="667B75"/>
                </a:solidFill>
              </a:defRPr>
            </a:lvl4pPr>
            <a:lvl5pPr algn="l">
              <a:defRPr sz="825" b="1">
                <a:solidFill>
                  <a:srgbClr val="667B75"/>
                </a:solidFill>
              </a:defRPr>
            </a:lvl5pPr>
            <a:lvl6pPr algn="l">
              <a:defRPr sz="825" b="1">
                <a:solidFill>
                  <a:srgbClr val="667B75"/>
                </a:solidFill>
              </a:defRPr>
            </a:lvl6pPr>
            <a:lvl7pPr algn="l">
              <a:defRPr sz="825" b="1">
                <a:solidFill>
                  <a:srgbClr val="667B75"/>
                </a:solidFill>
              </a:defRPr>
            </a:lvl7pPr>
            <a:lvl8pPr algn="l">
              <a:defRPr sz="825" b="1">
                <a:solidFill>
                  <a:srgbClr val="667B75"/>
                </a:solidFill>
              </a:defRPr>
            </a:lvl8pPr>
            <a:lvl9pPr algn="l">
              <a:defRPr sz="825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67B75"/>
                </a:solidFill>
              </a:defRPr>
            </a:pPr>
            <a:r>
              <a:rPr sz="825" b="1">
                <a:solidFill>
                  <a:srgbClr val="667B75"/>
                </a:solidFill>
              </a:rPr>
              <a:t>Exora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7A3E-45A8-476D-B331-96ECBD4A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952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9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F7ED6-E565-461F-8E57-06E61404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528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17312D"/>
                </a:solidFill>
              </a:defRPr>
            </a:defPPr>
            <a:lvl1pPr algn="l">
              <a:defRPr sz="1050" b="0">
                <a:solidFill>
                  <a:srgbClr val="17312D"/>
                </a:solidFill>
              </a:defRPr>
            </a:lvl1pPr>
            <a:lvl2pPr algn="l">
              <a:defRPr sz="1050" b="0">
                <a:solidFill>
                  <a:srgbClr val="17312D"/>
                </a:solidFill>
              </a:defRPr>
            </a:lvl2pPr>
            <a:lvl3pPr algn="l">
              <a:defRPr sz="1050" b="0">
                <a:solidFill>
                  <a:srgbClr val="17312D"/>
                </a:solidFill>
              </a:defRPr>
            </a:lvl3pPr>
            <a:lvl4pPr algn="l">
              <a:defRPr sz="1050" b="0">
                <a:solidFill>
                  <a:srgbClr val="17312D"/>
                </a:solidFill>
              </a:defRPr>
            </a:lvl4pPr>
            <a:lvl5pPr algn="l">
              <a:defRPr sz="1050" b="0">
                <a:solidFill>
                  <a:srgbClr val="17312D"/>
                </a:solidFill>
              </a:defRPr>
            </a:lvl5pPr>
            <a:lvl6pPr algn="l">
              <a:defRPr sz="1050" b="0">
                <a:solidFill>
                  <a:srgbClr val="17312D"/>
                </a:solidFill>
              </a:defRPr>
            </a:lvl6pPr>
            <a:lvl7pPr algn="l">
              <a:defRPr sz="1050" b="0">
                <a:solidFill>
                  <a:srgbClr val="17312D"/>
                </a:solidFill>
              </a:defRPr>
            </a:lvl7pPr>
            <a:lvl8pPr algn="l">
              <a:defRPr sz="1050" b="0">
                <a:solidFill>
                  <a:srgbClr val="17312D"/>
                </a:solidFill>
              </a:defRPr>
            </a:lvl8pPr>
            <a:lvl9pPr algn="l">
              <a:defRPr sz="1050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7312D"/>
                </a:solidFill>
              </a:defRPr>
            </a:pPr>
            <a:r>
              <a:rPr sz="1050" b="0">
                <a:solidFill>
                  <a:srgbClr val="17312D"/>
                </a:solidFill>
              </a:rPr>
              <a:t>Dr Meera has 10:30 AM and 12:00 PM 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6B151-A223-4142-A7CB-B51108C1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814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B75"/>
                </a:solidFill>
              </a:defRPr>
            </a:defPPr>
            <a:lvl1pPr algn="l">
              <a:defRPr sz="825" b="1">
                <a:solidFill>
                  <a:srgbClr val="667B75"/>
                </a:solidFill>
              </a:defRPr>
            </a:lvl1pPr>
            <a:lvl2pPr algn="l">
              <a:defRPr sz="825" b="1">
                <a:solidFill>
                  <a:srgbClr val="667B75"/>
                </a:solidFill>
              </a:defRPr>
            </a:lvl2pPr>
            <a:lvl3pPr algn="l">
              <a:defRPr sz="825" b="1">
                <a:solidFill>
                  <a:srgbClr val="667B75"/>
                </a:solidFill>
              </a:defRPr>
            </a:lvl3pPr>
            <a:lvl4pPr algn="l">
              <a:defRPr sz="825" b="1">
                <a:solidFill>
                  <a:srgbClr val="667B75"/>
                </a:solidFill>
              </a:defRPr>
            </a:lvl4pPr>
            <a:lvl5pPr algn="l">
              <a:defRPr sz="825" b="1">
                <a:solidFill>
                  <a:srgbClr val="667B75"/>
                </a:solidFill>
              </a:defRPr>
            </a:lvl5pPr>
            <a:lvl6pPr algn="l">
              <a:defRPr sz="825" b="1">
                <a:solidFill>
                  <a:srgbClr val="667B75"/>
                </a:solidFill>
              </a:defRPr>
            </a:lvl6pPr>
            <a:lvl7pPr algn="l">
              <a:defRPr sz="825" b="1">
                <a:solidFill>
                  <a:srgbClr val="667B75"/>
                </a:solidFill>
              </a:defRPr>
            </a:lvl7pPr>
            <a:lvl8pPr algn="l">
              <a:defRPr sz="825" b="1">
                <a:solidFill>
                  <a:srgbClr val="667B75"/>
                </a:solidFill>
              </a:defRPr>
            </a:lvl8pPr>
            <a:lvl9pPr algn="l">
              <a:defRPr sz="825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67B75"/>
                </a:solidFill>
              </a:defRPr>
            </a:pPr>
            <a:r>
              <a:rPr sz="825" b="1">
                <a:solidFill>
                  <a:srgbClr val="667B75"/>
                </a:solidFill>
              </a:rPr>
              <a:t>Patient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A4B8F-F4E8-41F6-AA25-0704EF2A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171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749F6-AF2E-4E6D-9B0B-E2FDAA03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386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17312D"/>
                </a:solidFill>
              </a:defRPr>
            </a:defPPr>
            <a:lvl1pPr algn="l">
              <a:defRPr sz="1050" b="0">
                <a:solidFill>
                  <a:srgbClr val="17312D"/>
                </a:solidFill>
              </a:defRPr>
            </a:lvl1pPr>
            <a:lvl2pPr algn="l">
              <a:defRPr sz="1050" b="0">
                <a:solidFill>
                  <a:srgbClr val="17312D"/>
                </a:solidFill>
              </a:defRPr>
            </a:lvl2pPr>
            <a:lvl3pPr algn="l">
              <a:defRPr sz="1050" b="0">
                <a:solidFill>
                  <a:srgbClr val="17312D"/>
                </a:solidFill>
              </a:defRPr>
            </a:lvl3pPr>
            <a:lvl4pPr algn="l">
              <a:defRPr sz="1050" b="0">
                <a:solidFill>
                  <a:srgbClr val="17312D"/>
                </a:solidFill>
              </a:defRPr>
            </a:lvl4pPr>
            <a:lvl5pPr algn="l">
              <a:defRPr sz="1050" b="0">
                <a:solidFill>
                  <a:srgbClr val="17312D"/>
                </a:solidFill>
              </a:defRPr>
            </a:lvl5pPr>
            <a:lvl6pPr algn="l">
              <a:defRPr sz="1050" b="0">
                <a:solidFill>
                  <a:srgbClr val="17312D"/>
                </a:solidFill>
              </a:defRPr>
            </a:lvl6pPr>
            <a:lvl7pPr algn="l">
              <a:defRPr sz="1050" b="0">
                <a:solidFill>
                  <a:srgbClr val="17312D"/>
                </a:solidFill>
              </a:defRPr>
            </a:lvl7pPr>
            <a:lvl8pPr algn="l">
              <a:defRPr sz="1050" b="0">
                <a:solidFill>
                  <a:srgbClr val="17312D"/>
                </a:solidFill>
              </a:defRPr>
            </a:lvl8pPr>
            <a:lvl9pPr algn="l">
              <a:defRPr sz="1050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7312D"/>
                </a:solidFill>
              </a:defRPr>
            </a:pPr>
            <a:r>
              <a:rPr sz="1050" b="0">
                <a:solidFill>
                  <a:srgbClr val="17312D"/>
                </a:solidFill>
              </a:rPr>
              <a:t>10:30 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854AC-53BA-4BA6-A67B-CE901D3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667B75"/>
                </a:solidFill>
              </a:defRPr>
            </a:defPPr>
            <a:lvl1pPr algn="l">
              <a:defRPr sz="825" b="1">
                <a:solidFill>
                  <a:srgbClr val="667B75"/>
                </a:solidFill>
              </a:defRPr>
            </a:lvl1pPr>
            <a:lvl2pPr algn="l">
              <a:defRPr sz="825" b="1">
                <a:solidFill>
                  <a:srgbClr val="667B75"/>
                </a:solidFill>
              </a:defRPr>
            </a:lvl2pPr>
            <a:lvl3pPr algn="l">
              <a:defRPr sz="825" b="1">
                <a:solidFill>
                  <a:srgbClr val="667B75"/>
                </a:solidFill>
              </a:defRPr>
            </a:lvl3pPr>
            <a:lvl4pPr algn="l">
              <a:defRPr sz="825" b="1">
                <a:solidFill>
                  <a:srgbClr val="667B75"/>
                </a:solidFill>
              </a:defRPr>
            </a:lvl4pPr>
            <a:lvl5pPr algn="l">
              <a:defRPr sz="825" b="1">
                <a:solidFill>
                  <a:srgbClr val="667B75"/>
                </a:solidFill>
              </a:defRPr>
            </a:lvl5pPr>
            <a:lvl6pPr algn="l">
              <a:defRPr sz="825" b="1">
                <a:solidFill>
                  <a:srgbClr val="667B75"/>
                </a:solidFill>
              </a:defRPr>
            </a:lvl6pPr>
            <a:lvl7pPr algn="l">
              <a:defRPr sz="825" b="1">
                <a:solidFill>
                  <a:srgbClr val="667B75"/>
                </a:solidFill>
              </a:defRPr>
            </a:lvl7pPr>
            <a:lvl8pPr algn="l">
              <a:defRPr sz="825" b="1">
                <a:solidFill>
                  <a:srgbClr val="667B75"/>
                </a:solidFill>
              </a:defRPr>
            </a:lvl8pPr>
            <a:lvl9pPr algn="l">
              <a:defRPr sz="825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67B75"/>
                </a:solidFill>
              </a:defRPr>
            </a:pPr>
            <a:r>
              <a:rPr sz="825" b="1">
                <a:solidFill>
                  <a:srgbClr val="667B75"/>
                </a:solidFill>
              </a:rPr>
              <a:t>Exora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C2C33-C76F-48D2-B6DC-9D932FD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2952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9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CFA61-50D8-4269-AB24-C35276E9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2917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17312D"/>
                </a:solidFill>
              </a:defRPr>
            </a:defPPr>
            <a:lvl1pPr algn="l">
              <a:defRPr sz="1050" b="0">
                <a:solidFill>
                  <a:srgbClr val="17312D"/>
                </a:solidFill>
              </a:defRPr>
            </a:lvl1pPr>
            <a:lvl2pPr algn="l">
              <a:defRPr sz="1050" b="0">
                <a:solidFill>
                  <a:srgbClr val="17312D"/>
                </a:solidFill>
              </a:defRPr>
            </a:lvl2pPr>
            <a:lvl3pPr algn="l">
              <a:defRPr sz="1050" b="0">
                <a:solidFill>
                  <a:srgbClr val="17312D"/>
                </a:solidFill>
              </a:defRPr>
            </a:lvl3pPr>
            <a:lvl4pPr algn="l">
              <a:defRPr sz="1050" b="0">
                <a:solidFill>
                  <a:srgbClr val="17312D"/>
                </a:solidFill>
              </a:defRPr>
            </a:lvl4pPr>
            <a:lvl5pPr algn="l">
              <a:defRPr sz="1050" b="0">
                <a:solidFill>
                  <a:srgbClr val="17312D"/>
                </a:solidFill>
              </a:defRPr>
            </a:lvl5pPr>
            <a:lvl6pPr algn="l">
              <a:defRPr sz="1050" b="0">
                <a:solidFill>
                  <a:srgbClr val="17312D"/>
                </a:solidFill>
              </a:defRPr>
            </a:lvl6pPr>
            <a:lvl7pPr algn="l">
              <a:defRPr sz="1050" b="0">
                <a:solidFill>
                  <a:srgbClr val="17312D"/>
                </a:solidFill>
              </a:defRPr>
            </a:lvl7pPr>
            <a:lvl8pPr algn="l">
              <a:defRPr sz="1050" b="0">
                <a:solidFill>
                  <a:srgbClr val="17312D"/>
                </a:solidFill>
              </a:defRPr>
            </a:lvl8pPr>
            <a:lvl9pPr algn="l">
              <a:defRPr sz="1050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7312D"/>
                </a:solidFill>
              </a:defRPr>
            </a:pPr>
            <a:r>
              <a:rPr sz="1050" b="0">
                <a:solidFill>
                  <a:srgbClr val="17312D"/>
                </a:solidFill>
              </a:rPr>
              <a:t>Please confirm the patient name and booking consent.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6C125-5F3B-4CFE-9D67-A53C5C03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F6B52"/>
                </a:solidFill>
              </a:defRPr>
            </a:defPPr>
            <a:lvl1pPr algn="l">
              <a:defRPr sz="1275" b="1">
                <a:solidFill>
                  <a:srgbClr val="2F6B52"/>
                </a:solidFill>
              </a:defRPr>
            </a:lvl1pPr>
            <a:lvl2pPr algn="l">
              <a:defRPr sz="1275" b="1">
                <a:solidFill>
                  <a:srgbClr val="2F6B52"/>
                </a:solidFill>
              </a:defRPr>
            </a:lvl2pPr>
            <a:lvl3pPr algn="l">
              <a:defRPr sz="1275" b="1">
                <a:solidFill>
                  <a:srgbClr val="2F6B52"/>
                </a:solidFill>
              </a:defRPr>
            </a:lvl3pPr>
            <a:lvl4pPr algn="l">
              <a:defRPr sz="1275" b="1">
                <a:solidFill>
                  <a:srgbClr val="2F6B52"/>
                </a:solidFill>
              </a:defRPr>
            </a:lvl4pPr>
            <a:lvl5pPr algn="l">
              <a:defRPr sz="1275" b="1">
                <a:solidFill>
                  <a:srgbClr val="2F6B52"/>
                </a:solidFill>
              </a:defRPr>
            </a:lvl5pPr>
            <a:lvl6pPr algn="l">
              <a:defRPr sz="1275" b="1">
                <a:solidFill>
                  <a:srgbClr val="2F6B52"/>
                </a:solidFill>
              </a:defRPr>
            </a:lvl6pPr>
            <a:lvl7pPr algn="l">
              <a:defRPr sz="1275" b="1">
                <a:solidFill>
                  <a:srgbClr val="2F6B52"/>
                </a:solidFill>
              </a:defRPr>
            </a:lvl7pPr>
            <a:lvl8pPr algn="l">
              <a:defRPr sz="1275" b="1">
                <a:solidFill>
                  <a:srgbClr val="2F6B52"/>
                </a:solidFill>
              </a:defRPr>
            </a:lvl8pPr>
            <a:lvl9pPr algn="l">
              <a:defRPr sz="12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B52"/>
                </a:solidFill>
              </a:defRPr>
            </a:pPr>
            <a:r>
              <a:rPr sz="1275" b="1">
                <a:solidFill>
                  <a:srgbClr val="2F6B52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B0810-CE20-4A1D-9724-7105F07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12D"/>
                </a:solidFill>
              </a:defRPr>
            </a:defPPr>
            <a:lvl1pPr algn="l">
              <a:defRPr sz="1575" b="1">
                <a:solidFill>
                  <a:srgbClr val="17312D"/>
                </a:solidFill>
              </a:defRPr>
            </a:lvl1pPr>
            <a:lvl2pPr algn="l">
              <a:defRPr sz="1575" b="1">
                <a:solidFill>
                  <a:srgbClr val="17312D"/>
                </a:solidFill>
              </a:defRPr>
            </a:lvl2pPr>
            <a:lvl3pPr algn="l">
              <a:defRPr sz="1575" b="1">
                <a:solidFill>
                  <a:srgbClr val="17312D"/>
                </a:solidFill>
              </a:defRPr>
            </a:lvl3pPr>
            <a:lvl4pPr algn="l">
              <a:defRPr sz="1575" b="1">
                <a:solidFill>
                  <a:srgbClr val="17312D"/>
                </a:solidFill>
              </a:defRPr>
            </a:lvl4pPr>
            <a:lvl5pPr algn="l">
              <a:defRPr sz="1575" b="1">
                <a:solidFill>
                  <a:srgbClr val="17312D"/>
                </a:solidFill>
              </a:defRPr>
            </a:lvl5pPr>
            <a:lvl6pPr algn="l">
              <a:defRPr sz="1575" b="1">
                <a:solidFill>
                  <a:srgbClr val="17312D"/>
                </a:solidFill>
              </a:defRPr>
            </a:lvl6pPr>
            <a:lvl7pPr algn="l">
              <a:defRPr sz="1575" b="1">
                <a:solidFill>
                  <a:srgbClr val="17312D"/>
                </a:solidFill>
              </a:defRPr>
            </a:lvl7pPr>
            <a:lvl8pPr algn="l">
              <a:defRPr sz="1575" b="1">
                <a:solidFill>
                  <a:srgbClr val="17312D"/>
                </a:solidFill>
              </a:defRPr>
            </a:lvl8pPr>
            <a:lvl9pPr algn="l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Live availability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C5C43-9BD5-4E69-A4C4-1E3CAC0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Uses the same doctor schedules as voice and web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ACA3F-511B-4845-A964-AAA313F3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98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F6B52"/>
                </a:solidFill>
              </a:defRPr>
            </a:defPPr>
            <a:lvl1pPr algn="l">
              <a:defRPr sz="1275" b="1">
                <a:solidFill>
                  <a:srgbClr val="2F6B52"/>
                </a:solidFill>
              </a:defRPr>
            </a:lvl1pPr>
            <a:lvl2pPr algn="l">
              <a:defRPr sz="1275" b="1">
                <a:solidFill>
                  <a:srgbClr val="2F6B52"/>
                </a:solidFill>
              </a:defRPr>
            </a:lvl2pPr>
            <a:lvl3pPr algn="l">
              <a:defRPr sz="1275" b="1">
                <a:solidFill>
                  <a:srgbClr val="2F6B52"/>
                </a:solidFill>
              </a:defRPr>
            </a:lvl3pPr>
            <a:lvl4pPr algn="l">
              <a:defRPr sz="1275" b="1">
                <a:solidFill>
                  <a:srgbClr val="2F6B52"/>
                </a:solidFill>
              </a:defRPr>
            </a:lvl4pPr>
            <a:lvl5pPr algn="l">
              <a:defRPr sz="1275" b="1">
                <a:solidFill>
                  <a:srgbClr val="2F6B52"/>
                </a:solidFill>
              </a:defRPr>
            </a:lvl5pPr>
            <a:lvl6pPr algn="l">
              <a:defRPr sz="1275" b="1">
                <a:solidFill>
                  <a:srgbClr val="2F6B52"/>
                </a:solidFill>
              </a:defRPr>
            </a:lvl6pPr>
            <a:lvl7pPr algn="l">
              <a:defRPr sz="1275" b="1">
                <a:solidFill>
                  <a:srgbClr val="2F6B52"/>
                </a:solidFill>
              </a:defRPr>
            </a:lvl7pPr>
            <a:lvl8pPr algn="l">
              <a:defRPr sz="1275" b="1">
                <a:solidFill>
                  <a:srgbClr val="2F6B52"/>
                </a:solidFill>
              </a:defRPr>
            </a:lvl8pPr>
            <a:lvl9pPr algn="l">
              <a:defRPr sz="12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B52"/>
                </a:solidFill>
              </a:defRPr>
            </a:pPr>
            <a:r>
              <a:rPr sz="1275" b="1">
                <a:solidFill>
                  <a:srgbClr val="2F6B52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69AE0-C02C-4E33-B7A7-C8DBAEA0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9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12D"/>
                </a:solidFill>
              </a:defRPr>
            </a:defPPr>
            <a:lvl1pPr algn="l">
              <a:defRPr sz="1575" b="1">
                <a:solidFill>
                  <a:srgbClr val="17312D"/>
                </a:solidFill>
              </a:defRPr>
            </a:lvl1pPr>
            <a:lvl2pPr algn="l">
              <a:defRPr sz="1575" b="1">
                <a:solidFill>
                  <a:srgbClr val="17312D"/>
                </a:solidFill>
              </a:defRPr>
            </a:lvl2pPr>
            <a:lvl3pPr algn="l">
              <a:defRPr sz="1575" b="1">
                <a:solidFill>
                  <a:srgbClr val="17312D"/>
                </a:solidFill>
              </a:defRPr>
            </a:lvl3pPr>
            <a:lvl4pPr algn="l">
              <a:defRPr sz="1575" b="1">
                <a:solidFill>
                  <a:srgbClr val="17312D"/>
                </a:solidFill>
              </a:defRPr>
            </a:lvl4pPr>
            <a:lvl5pPr algn="l">
              <a:defRPr sz="1575" b="1">
                <a:solidFill>
                  <a:srgbClr val="17312D"/>
                </a:solidFill>
              </a:defRPr>
            </a:lvl5pPr>
            <a:lvl6pPr algn="l">
              <a:defRPr sz="1575" b="1">
                <a:solidFill>
                  <a:srgbClr val="17312D"/>
                </a:solidFill>
              </a:defRPr>
            </a:lvl6pPr>
            <a:lvl7pPr algn="l">
              <a:defRPr sz="1575" b="1">
                <a:solidFill>
                  <a:srgbClr val="17312D"/>
                </a:solidFill>
              </a:defRPr>
            </a:lvl7pPr>
            <a:lvl8pPr algn="l">
              <a:defRPr sz="1575" b="1">
                <a:solidFill>
                  <a:srgbClr val="17312D"/>
                </a:solidFill>
              </a:defRPr>
            </a:lvl8pPr>
            <a:lvl9pPr algn="l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Explicit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B8230-70E5-452D-BD02-E081D75F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718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Collects the details required before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4A686-1321-4682-85A0-8071748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00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F6B52"/>
                </a:solidFill>
              </a:defRPr>
            </a:defPPr>
            <a:lvl1pPr algn="l">
              <a:defRPr sz="1275" b="1">
                <a:solidFill>
                  <a:srgbClr val="2F6B52"/>
                </a:solidFill>
              </a:defRPr>
            </a:lvl1pPr>
            <a:lvl2pPr algn="l">
              <a:defRPr sz="1275" b="1">
                <a:solidFill>
                  <a:srgbClr val="2F6B52"/>
                </a:solidFill>
              </a:defRPr>
            </a:lvl2pPr>
            <a:lvl3pPr algn="l">
              <a:defRPr sz="1275" b="1">
                <a:solidFill>
                  <a:srgbClr val="2F6B52"/>
                </a:solidFill>
              </a:defRPr>
            </a:lvl3pPr>
            <a:lvl4pPr algn="l">
              <a:defRPr sz="1275" b="1">
                <a:solidFill>
                  <a:srgbClr val="2F6B52"/>
                </a:solidFill>
              </a:defRPr>
            </a:lvl4pPr>
            <a:lvl5pPr algn="l">
              <a:defRPr sz="1275" b="1">
                <a:solidFill>
                  <a:srgbClr val="2F6B52"/>
                </a:solidFill>
              </a:defRPr>
            </a:lvl5pPr>
            <a:lvl6pPr algn="l">
              <a:defRPr sz="1275" b="1">
                <a:solidFill>
                  <a:srgbClr val="2F6B52"/>
                </a:solidFill>
              </a:defRPr>
            </a:lvl6pPr>
            <a:lvl7pPr algn="l">
              <a:defRPr sz="1275" b="1">
                <a:solidFill>
                  <a:srgbClr val="2F6B52"/>
                </a:solidFill>
              </a:defRPr>
            </a:lvl7pPr>
            <a:lvl8pPr algn="l">
              <a:defRPr sz="1275" b="1">
                <a:solidFill>
                  <a:srgbClr val="2F6B52"/>
                </a:solidFill>
              </a:defRPr>
            </a:lvl8pPr>
            <a:lvl9pPr algn="l">
              <a:defRPr sz="12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B52"/>
                </a:solidFill>
              </a:defRPr>
            </a:pPr>
            <a:r>
              <a:rPr sz="1275" b="1">
                <a:solidFill>
                  <a:srgbClr val="2F6B52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0DD2E-E52A-4503-990B-63240763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12D"/>
                </a:solidFill>
              </a:defRPr>
            </a:defPPr>
            <a:lvl1pPr algn="l">
              <a:defRPr sz="1575" b="1">
                <a:solidFill>
                  <a:srgbClr val="17312D"/>
                </a:solidFill>
              </a:defRPr>
            </a:lvl1pPr>
            <a:lvl2pPr algn="l">
              <a:defRPr sz="1575" b="1">
                <a:solidFill>
                  <a:srgbClr val="17312D"/>
                </a:solidFill>
              </a:defRPr>
            </a:lvl2pPr>
            <a:lvl3pPr algn="l">
              <a:defRPr sz="1575" b="1">
                <a:solidFill>
                  <a:srgbClr val="17312D"/>
                </a:solidFill>
              </a:defRPr>
            </a:lvl3pPr>
            <a:lvl4pPr algn="l">
              <a:defRPr sz="1575" b="1">
                <a:solidFill>
                  <a:srgbClr val="17312D"/>
                </a:solidFill>
              </a:defRPr>
            </a:lvl4pPr>
            <a:lvl5pPr algn="l">
              <a:defRPr sz="1575" b="1">
                <a:solidFill>
                  <a:srgbClr val="17312D"/>
                </a:solidFill>
              </a:defRPr>
            </a:lvl5pPr>
            <a:lvl6pPr algn="l">
              <a:defRPr sz="1575" b="1">
                <a:solidFill>
                  <a:srgbClr val="17312D"/>
                </a:solidFill>
              </a:defRPr>
            </a:lvl6pPr>
            <a:lvl7pPr algn="l">
              <a:defRPr sz="1575" b="1">
                <a:solidFill>
                  <a:srgbClr val="17312D"/>
                </a:solidFill>
              </a:defRPr>
            </a:lvl7pPr>
            <a:lvl8pPr algn="l">
              <a:defRPr sz="1575" b="1">
                <a:solidFill>
                  <a:srgbClr val="17312D"/>
                </a:solidFill>
              </a:defRPr>
            </a:lvl8pPr>
            <a:lvl9pPr algn="l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Human handoff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B825E-CEFB-465E-BC29-584DAA8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Stops automation when the patient asks for staff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05C7E-0104-4A42-A0AD-8593B00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01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F6B52"/>
                </a:solidFill>
              </a:defRPr>
            </a:defPPr>
            <a:lvl1pPr algn="l">
              <a:defRPr sz="1275" b="1">
                <a:solidFill>
                  <a:srgbClr val="2F6B52"/>
                </a:solidFill>
              </a:defRPr>
            </a:lvl1pPr>
            <a:lvl2pPr algn="l">
              <a:defRPr sz="1275" b="1">
                <a:solidFill>
                  <a:srgbClr val="2F6B52"/>
                </a:solidFill>
              </a:defRPr>
            </a:lvl2pPr>
            <a:lvl3pPr algn="l">
              <a:defRPr sz="1275" b="1">
                <a:solidFill>
                  <a:srgbClr val="2F6B52"/>
                </a:solidFill>
              </a:defRPr>
            </a:lvl3pPr>
            <a:lvl4pPr algn="l">
              <a:defRPr sz="1275" b="1">
                <a:solidFill>
                  <a:srgbClr val="2F6B52"/>
                </a:solidFill>
              </a:defRPr>
            </a:lvl4pPr>
            <a:lvl5pPr algn="l">
              <a:defRPr sz="1275" b="1">
                <a:solidFill>
                  <a:srgbClr val="2F6B52"/>
                </a:solidFill>
              </a:defRPr>
            </a:lvl5pPr>
            <a:lvl6pPr algn="l">
              <a:defRPr sz="1275" b="1">
                <a:solidFill>
                  <a:srgbClr val="2F6B52"/>
                </a:solidFill>
              </a:defRPr>
            </a:lvl6pPr>
            <a:lvl7pPr algn="l">
              <a:defRPr sz="1275" b="1">
                <a:solidFill>
                  <a:srgbClr val="2F6B52"/>
                </a:solidFill>
              </a:defRPr>
            </a:lvl7pPr>
            <a:lvl8pPr algn="l">
              <a:defRPr sz="1275" b="1">
                <a:solidFill>
                  <a:srgbClr val="2F6B52"/>
                </a:solidFill>
              </a:defRPr>
            </a:lvl8pPr>
            <a:lvl9pPr algn="l">
              <a:defRPr sz="12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6B52"/>
                </a:solidFill>
              </a:defRPr>
            </a:pPr>
            <a:r>
              <a:rPr sz="1275" b="1">
                <a:solidFill>
                  <a:srgbClr val="2F6B52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A70E0-6F11-48B6-9B2B-8AED509D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12D"/>
                </a:solidFill>
              </a:defRPr>
            </a:defPPr>
            <a:lvl1pPr algn="l">
              <a:defRPr sz="1575" b="1">
                <a:solidFill>
                  <a:srgbClr val="17312D"/>
                </a:solidFill>
              </a:defRPr>
            </a:lvl1pPr>
            <a:lvl2pPr algn="l">
              <a:defRPr sz="1575" b="1">
                <a:solidFill>
                  <a:srgbClr val="17312D"/>
                </a:solidFill>
              </a:defRPr>
            </a:lvl2pPr>
            <a:lvl3pPr algn="l">
              <a:defRPr sz="1575" b="1">
                <a:solidFill>
                  <a:srgbClr val="17312D"/>
                </a:solidFill>
              </a:defRPr>
            </a:lvl3pPr>
            <a:lvl4pPr algn="l">
              <a:defRPr sz="1575" b="1">
                <a:solidFill>
                  <a:srgbClr val="17312D"/>
                </a:solidFill>
              </a:defRPr>
            </a:lvl4pPr>
            <a:lvl5pPr algn="l">
              <a:defRPr sz="1575" b="1">
                <a:solidFill>
                  <a:srgbClr val="17312D"/>
                </a:solidFill>
              </a:defRPr>
            </a:lvl5pPr>
            <a:lvl6pPr algn="l">
              <a:defRPr sz="1575" b="1">
                <a:solidFill>
                  <a:srgbClr val="17312D"/>
                </a:solidFill>
              </a:defRPr>
            </a:lvl6pPr>
            <a:lvl7pPr algn="l">
              <a:defRPr sz="1575" b="1">
                <a:solidFill>
                  <a:srgbClr val="17312D"/>
                </a:solidFill>
              </a:defRPr>
            </a:lvl7pPr>
            <a:lvl8pPr algn="l">
              <a:defRPr sz="1575" b="1">
                <a:solidFill>
                  <a:srgbClr val="17312D"/>
                </a:solidFill>
              </a:defRPr>
            </a:lvl8pPr>
            <a:lvl9pPr algn="l">
              <a:defRPr sz="15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12D"/>
                </a:solidFill>
              </a:defRPr>
            </a:pPr>
            <a:r>
              <a:rPr sz="1575" b="1">
                <a:solidFill>
                  <a:srgbClr val="17312D"/>
                </a:solidFill>
              </a:rPr>
              <a:t>Controlled launch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210CD-E950-4F46-B5E2-36D6EF3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720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Meta account, number and templates require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3B271-071C-4E00-9878-A893FBD2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27DC35-FE1B-446E-9675-4E58237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3220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AD1DB-CABD-44A4-8FB3-EC04052C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One workspace for reception and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00733-C04E-4FC3-8C9D-D693A4D8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Bookings from every channel arrive in the same operational view.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671F2-1090-41DB-8841-46625422C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0d955996c4aec"/>
          <a:stretch xmlns:a="http://schemas.openxmlformats.org/drawingml/2006/main"/>
        </p:blipFill>
        <p:spPr>
          <a:xfrm xmlns:a="http://schemas.openxmlformats.org/drawingml/2006/main">
            <a:off x="1842430" y="1666875"/>
            <a:ext cx="4506639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6F3B8-DFB4-419A-A1A0-2723697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47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8D9D8-6123-4816-8BB0-50C4C95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312D"/>
                </a:solidFill>
              </a:defRPr>
            </a:defPPr>
            <a:lvl1pPr algn="l">
              <a:defRPr sz="1500" b="1">
                <a:solidFill>
                  <a:srgbClr val="17312D"/>
                </a:solidFill>
              </a:defRPr>
            </a:lvl1pPr>
            <a:lvl2pPr algn="l">
              <a:defRPr sz="1500" b="1">
                <a:solidFill>
                  <a:srgbClr val="17312D"/>
                </a:solidFill>
              </a:defRPr>
            </a:lvl2pPr>
            <a:lvl3pPr algn="l">
              <a:defRPr sz="1500" b="1">
                <a:solidFill>
                  <a:srgbClr val="17312D"/>
                </a:solidFill>
              </a:defRPr>
            </a:lvl3pPr>
            <a:lvl4pPr algn="l">
              <a:defRPr sz="1500" b="1">
                <a:solidFill>
                  <a:srgbClr val="17312D"/>
                </a:solidFill>
              </a:defRPr>
            </a:lvl4pPr>
            <a:lvl5pPr algn="l">
              <a:defRPr sz="1500" b="1">
                <a:solidFill>
                  <a:srgbClr val="17312D"/>
                </a:solidFill>
              </a:defRPr>
            </a:lvl5pPr>
            <a:lvl6pPr algn="l">
              <a:defRPr sz="1500" b="1">
                <a:solidFill>
                  <a:srgbClr val="17312D"/>
                </a:solidFill>
              </a:defRPr>
            </a:lvl6pPr>
            <a:lvl7pPr algn="l">
              <a:defRPr sz="1500" b="1">
                <a:solidFill>
                  <a:srgbClr val="17312D"/>
                </a:solidFill>
              </a:defRPr>
            </a:lvl7pPr>
            <a:lvl8pPr algn="l">
              <a:defRPr sz="1500" b="1">
                <a:solidFill>
                  <a:srgbClr val="17312D"/>
                </a:solidFill>
              </a:defRPr>
            </a:lvl8pPr>
            <a:lvl9pPr algn="l">
              <a:defRPr sz="15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12D"/>
                </a:solidFill>
              </a:defRPr>
            </a:pPr>
            <a:r>
              <a:rPr sz="1500" b="1">
                <a:solidFill>
                  <a:srgbClr val="17312D"/>
                </a:solidFill>
              </a:rPr>
              <a:t>Appointments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F7B62-6A24-41E0-851F-53A9445D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85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B75"/>
                </a:solidFill>
              </a:defRPr>
            </a:defPPr>
            <a:lvl1pPr algn="l">
              <a:defRPr sz="1125" b="0">
                <a:solidFill>
                  <a:srgbClr val="667B75"/>
                </a:solidFill>
              </a:defRPr>
            </a:lvl1pPr>
            <a:lvl2pPr algn="l">
              <a:defRPr sz="1125" b="0">
                <a:solidFill>
                  <a:srgbClr val="667B75"/>
                </a:solidFill>
              </a:defRPr>
            </a:lvl2pPr>
            <a:lvl3pPr algn="l">
              <a:defRPr sz="1125" b="0">
                <a:solidFill>
                  <a:srgbClr val="667B75"/>
                </a:solidFill>
              </a:defRPr>
            </a:lvl3pPr>
            <a:lvl4pPr algn="l">
              <a:defRPr sz="1125" b="0">
                <a:solidFill>
                  <a:srgbClr val="667B75"/>
                </a:solidFill>
              </a:defRPr>
            </a:lvl4pPr>
            <a:lvl5pPr algn="l">
              <a:defRPr sz="1125" b="0">
                <a:solidFill>
                  <a:srgbClr val="667B75"/>
                </a:solidFill>
              </a:defRPr>
            </a:lvl5pPr>
            <a:lvl6pPr algn="l">
              <a:defRPr sz="1125" b="0">
                <a:solidFill>
                  <a:srgbClr val="667B75"/>
                </a:solidFill>
              </a:defRPr>
            </a:lvl6pPr>
            <a:lvl7pPr algn="l">
              <a:defRPr sz="1125" b="0">
                <a:solidFill>
                  <a:srgbClr val="667B75"/>
                </a:solidFill>
              </a:defRPr>
            </a:lvl7pPr>
            <a:lvl8pPr algn="l">
              <a:defRPr sz="1125" b="0">
                <a:solidFill>
                  <a:srgbClr val="667B75"/>
                </a:solidFill>
              </a:defRPr>
            </a:lvl8pPr>
            <a:lvl9pPr algn="l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Book, reschedule, cancel and check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71255-FEC4-43E1-8EA4-C0CE997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43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9F1C4-0085-4D6D-9E88-20B04C2E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312D"/>
                </a:solidFill>
              </a:defRPr>
            </a:defPPr>
            <a:lvl1pPr algn="l">
              <a:defRPr sz="1500" b="1">
                <a:solidFill>
                  <a:srgbClr val="17312D"/>
                </a:solidFill>
              </a:defRPr>
            </a:lvl1pPr>
            <a:lvl2pPr algn="l">
              <a:defRPr sz="1500" b="1">
                <a:solidFill>
                  <a:srgbClr val="17312D"/>
                </a:solidFill>
              </a:defRPr>
            </a:lvl2pPr>
            <a:lvl3pPr algn="l">
              <a:defRPr sz="1500" b="1">
                <a:solidFill>
                  <a:srgbClr val="17312D"/>
                </a:solidFill>
              </a:defRPr>
            </a:lvl3pPr>
            <a:lvl4pPr algn="l">
              <a:defRPr sz="1500" b="1">
                <a:solidFill>
                  <a:srgbClr val="17312D"/>
                </a:solidFill>
              </a:defRPr>
            </a:lvl4pPr>
            <a:lvl5pPr algn="l">
              <a:defRPr sz="1500" b="1">
                <a:solidFill>
                  <a:srgbClr val="17312D"/>
                </a:solidFill>
              </a:defRPr>
            </a:lvl5pPr>
            <a:lvl6pPr algn="l">
              <a:defRPr sz="1500" b="1">
                <a:solidFill>
                  <a:srgbClr val="17312D"/>
                </a:solidFill>
              </a:defRPr>
            </a:lvl6pPr>
            <a:lvl7pPr algn="l">
              <a:defRPr sz="1500" b="1">
                <a:solidFill>
                  <a:srgbClr val="17312D"/>
                </a:solidFill>
              </a:defRPr>
            </a:lvl7pPr>
            <a:lvl8pPr algn="l">
              <a:defRPr sz="1500" b="1">
                <a:solidFill>
                  <a:srgbClr val="17312D"/>
                </a:solidFill>
              </a:defRPr>
            </a:lvl8pPr>
            <a:lvl9pPr algn="l">
              <a:defRPr sz="15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12D"/>
                </a:solidFill>
              </a:defRPr>
            </a:pPr>
            <a:r>
              <a:rPr sz="1500" b="1">
                <a:solidFill>
                  <a:srgbClr val="17312D"/>
                </a:solidFill>
              </a:rPr>
              <a:t>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16263-D517-45A6-84AA-F379901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1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B75"/>
                </a:solidFill>
              </a:defRPr>
            </a:defPPr>
            <a:lvl1pPr algn="l">
              <a:defRPr sz="1125" b="0">
                <a:solidFill>
                  <a:srgbClr val="667B75"/>
                </a:solidFill>
              </a:defRPr>
            </a:lvl1pPr>
            <a:lvl2pPr algn="l">
              <a:defRPr sz="1125" b="0">
                <a:solidFill>
                  <a:srgbClr val="667B75"/>
                </a:solidFill>
              </a:defRPr>
            </a:lvl2pPr>
            <a:lvl3pPr algn="l">
              <a:defRPr sz="1125" b="0">
                <a:solidFill>
                  <a:srgbClr val="667B75"/>
                </a:solidFill>
              </a:defRPr>
            </a:lvl3pPr>
            <a:lvl4pPr algn="l">
              <a:defRPr sz="1125" b="0">
                <a:solidFill>
                  <a:srgbClr val="667B75"/>
                </a:solidFill>
              </a:defRPr>
            </a:lvl4pPr>
            <a:lvl5pPr algn="l">
              <a:defRPr sz="1125" b="0">
                <a:solidFill>
                  <a:srgbClr val="667B75"/>
                </a:solidFill>
              </a:defRPr>
            </a:lvl5pPr>
            <a:lvl6pPr algn="l">
              <a:defRPr sz="1125" b="0">
                <a:solidFill>
                  <a:srgbClr val="667B75"/>
                </a:solidFill>
              </a:defRPr>
            </a:lvl6pPr>
            <a:lvl7pPr algn="l">
              <a:defRPr sz="1125" b="0">
                <a:solidFill>
                  <a:srgbClr val="667B75"/>
                </a:solidFill>
              </a:defRPr>
            </a:lvl7pPr>
            <a:lvl8pPr algn="l">
              <a:defRPr sz="1125" b="0">
                <a:solidFill>
                  <a:srgbClr val="667B75"/>
                </a:solidFill>
              </a:defRPr>
            </a:lvl8pPr>
            <a:lvl9pPr algn="l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Search and register patient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2FDAD-B528-40AB-B62B-BDED47E6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27194-3274-42D2-B389-121BD546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312D"/>
                </a:solidFill>
              </a:defRPr>
            </a:defPPr>
            <a:lvl1pPr algn="l">
              <a:defRPr sz="1500" b="1">
                <a:solidFill>
                  <a:srgbClr val="17312D"/>
                </a:solidFill>
              </a:defRPr>
            </a:lvl1pPr>
            <a:lvl2pPr algn="l">
              <a:defRPr sz="1500" b="1">
                <a:solidFill>
                  <a:srgbClr val="17312D"/>
                </a:solidFill>
              </a:defRPr>
            </a:lvl2pPr>
            <a:lvl3pPr algn="l">
              <a:defRPr sz="1500" b="1">
                <a:solidFill>
                  <a:srgbClr val="17312D"/>
                </a:solidFill>
              </a:defRPr>
            </a:lvl3pPr>
            <a:lvl4pPr algn="l">
              <a:defRPr sz="1500" b="1">
                <a:solidFill>
                  <a:srgbClr val="17312D"/>
                </a:solidFill>
              </a:defRPr>
            </a:lvl4pPr>
            <a:lvl5pPr algn="l">
              <a:defRPr sz="1500" b="1">
                <a:solidFill>
                  <a:srgbClr val="17312D"/>
                </a:solidFill>
              </a:defRPr>
            </a:lvl5pPr>
            <a:lvl6pPr algn="l">
              <a:defRPr sz="1500" b="1">
                <a:solidFill>
                  <a:srgbClr val="17312D"/>
                </a:solidFill>
              </a:defRPr>
            </a:lvl6pPr>
            <a:lvl7pPr algn="l">
              <a:defRPr sz="1500" b="1">
                <a:solidFill>
                  <a:srgbClr val="17312D"/>
                </a:solidFill>
              </a:defRPr>
            </a:lvl7pPr>
            <a:lvl8pPr algn="l">
              <a:defRPr sz="1500" b="1">
                <a:solidFill>
                  <a:srgbClr val="17312D"/>
                </a:solidFill>
              </a:defRPr>
            </a:lvl8pPr>
            <a:lvl9pPr algn="l">
              <a:defRPr sz="15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12D"/>
                </a:solidFill>
              </a:defRPr>
            </a:pPr>
            <a:r>
              <a:rPr sz="1500" b="1">
                <a:solidFill>
                  <a:srgbClr val="17312D"/>
                </a:solidFill>
              </a:rPr>
              <a:t>Queues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1A3EB-9E72-414F-ABB3-B4D500A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76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B75"/>
                </a:solidFill>
              </a:defRPr>
            </a:defPPr>
            <a:lvl1pPr algn="l">
              <a:defRPr sz="1125" b="0">
                <a:solidFill>
                  <a:srgbClr val="667B75"/>
                </a:solidFill>
              </a:defRPr>
            </a:lvl1pPr>
            <a:lvl2pPr algn="l">
              <a:defRPr sz="1125" b="0">
                <a:solidFill>
                  <a:srgbClr val="667B75"/>
                </a:solidFill>
              </a:defRPr>
            </a:lvl2pPr>
            <a:lvl3pPr algn="l">
              <a:defRPr sz="1125" b="0">
                <a:solidFill>
                  <a:srgbClr val="667B75"/>
                </a:solidFill>
              </a:defRPr>
            </a:lvl3pPr>
            <a:lvl4pPr algn="l">
              <a:defRPr sz="1125" b="0">
                <a:solidFill>
                  <a:srgbClr val="667B75"/>
                </a:solidFill>
              </a:defRPr>
            </a:lvl4pPr>
            <a:lvl5pPr algn="l">
              <a:defRPr sz="1125" b="0">
                <a:solidFill>
                  <a:srgbClr val="667B75"/>
                </a:solidFill>
              </a:defRPr>
            </a:lvl5pPr>
            <a:lvl6pPr algn="l">
              <a:defRPr sz="1125" b="0">
                <a:solidFill>
                  <a:srgbClr val="667B75"/>
                </a:solidFill>
              </a:defRPr>
            </a:lvl6pPr>
            <a:lvl7pPr algn="l">
              <a:defRPr sz="1125" b="0">
                <a:solidFill>
                  <a:srgbClr val="667B75"/>
                </a:solidFill>
              </a:defRPr>
            </a:lvl7pPr>
            <a:lvl8pPr algn="l">
              <a:defRPr sz="1125" b="0">
                <a:solidFill>
                  <a:srgbClr val="667B75"/>
                </a:solidFill>
              </a:defRPr>
            </a:lvl8pPr>
            <a:lvl9pPr algn="l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Track walk-ins and consultation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78C33-92BF-4076-AB27-780A2BE6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533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52"/>
          </a:solidFill>
          <a:ln xmlns:a="http://schemas.openxmlformats.org/drawingml/2006/main" w="0">
            <a:solidFill>
              <a:srgbClr val="2F6B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DDC9-1509-4C01-9A51-4BC52853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48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312D"/>
                </a:solidFill>
              </a:defRPr>
            </a:defPPr>
            <a:lvl1pPr algn="l">
              <a:defRPr sz="1500" b="1">
                <a:solidFill>
                  <a:srgbClr val="17312D"/>
                </a:solidFill>
              </a:defRPr>
            </a:lvl1pPr>
            <a:lvl2pPr algn="l">
              <a:defRPr sz="1500" b="1">
                <a:solidFill>
                  <a:srgbClr val="17312D"/>
                </a:solidFill>
              </a:defRPr>
            </a:lvl2pPr>
            <a:lvl3pPr algn="l">
              <a:defRPr sz="1500" b="1">
                <a:solidFill>
                  <a:srgbClr val="17312D"/>
                </a:solidFill>
              </a:defRPr>
            </a:lvl3pPr>
            <a:lvl4pPr algn="l">
              <a:defRPr sz="1500" b="1">
                <a:solidFill>
                  <a:srgbClr val="17312D"/>
                </a:solidFill>
              </a:defRPr>
            </a:lvl4pPr>
            <a:lvl5pPr algn="l">
              <a:defRPr sz="1500" b="1">
                <a:solidFill>
                  <a:srgbClr val="17312D"/>
                </a:solidFill>
              </a:defRPr>
            </a:lvl5pPr>
            <a:lvl6pPr algn="l">
              <a:defRPr sz="1500" b="1">
                <a:solidFill>
                  <a:srgbClr val="17312D"/>
                </a:solidFill>
              </a:defRPr>
            </a:lvl6pPr>
            <a:lvl7pPr algn="l">
              <a:defRPr sz="1500" b="1">
                <a:solidFill>
                  <a:srgbClr val="17312D"/>
                </a:solidFill>
              </a:defRPr>
            </a:lvl7pPr>
            <a:lvl8pPr algn="l">
              <a:defRPr sz="1500" b="1">
                <a:solidFill>
                  <a:srgbClr val="17312D"/>
                </a:solidFill>
              </a:defRPr>
            </a:lvl8pPr>
            <a:lvl9pPr algn="l">
              <a:defRPr sz="15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12D"/>
                </a:solidFill>
              </a:defRPr>
            </a:pPr>
            <a:r>
              <a:rPr sz="1500" b="1">
                <a:solidFill>
                  <a:srgbClr val="17312D"/>
                </a:solidFill>
              </a:rPr>
              <a:t>Channel oversight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817EF-D02C-4CD5-B855-0EBF294A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720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B75"/>
                </a:solidFill>
              </a:defRPr>
            </a:defPPr>
            <a:lvl1pPr algn="l">
              <a:defRPr sz="1125" b="0">
                <a:solidFill>
                  <a:srgbClr val="667B75"/>
                </a:solidFill>
              </a:defRPr>
            </a:lvl1pPr>
            <a:lvl2pPr algn="l">
              <a:defRPr sz="1125" b="0">
                <a:solidFill>
                  <a:srgbClr val="667B75"/>
                </a:solidFill>
              </a:defRPr>
            </a:lvl2pPr>
            <a:lvl3pPr algn="l">
              <a:defRPr sz="1125" b="0">
                <a:solidFill>
                  <a:srgbClr val="667B75"/>
                </a:solidFill>
              </a:defRPr>
            </a:lvl3pPr>
            <a:lvl4pPr algn="l">
              <a:defRPr sz="1125" b="0">
                <a:solidFill>
                  <a:srgbClr val="667B75"/>
                </a:solidFill>
              </a:defRPr>
            </a:lvl4pPr>
            <a:lvl5pPr algn="l">
              <a:defRPr sz="1125" b="0">
                <a:solidFill>
                  <a:srgbClr val="667B75"/>
                </a:solidFill>
              </a:defRPr>
            </a:lvl5pPr>
            <a:lvl6pPr algn="l">
              <a:defRPr sz="1125" b="0">
                <a:solidFill>
                  <a:srgbClr val="667B75"/>
                </a:solidFill>
              </a:defRPr>
            </a:lvl6pPr>
            <a:lvl7pPr algn="l">
              <a:defRPr sz="1125" b="0">
                <a:solidFill>
                  <a:srgbClr val="667B75"/>
                </a:solidFill>
              </a:defRPr>
            </a:lvl7pPr>
            <a:lvl8pPr algn="l">
              <a:defRPr sz="1125" b="0">
                <a:solidFill>
                  <a:srgbClr val="667B75"/>
                </a:solidFill>
              </a:defRPr>
            </a:lvl8pPr>
            <a:lvl9pPr algn="l">
              <a:defRPr sz="112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B75"/>
                </a:solidFill>
              </a:defRPr>
            </a:pPr>
            <a:r>
              <a:rPr sz="1125" b="0">
                <a:solidFill>
                  <a:srgbClr val="667B75"/>
                </a:solidFill>
              </a:rPr>
              <a:t>Review voice and WhatsApp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A01C2-1E26-471B-880F-1B5379C3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3143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CE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7FC3D-4CE5-4AE6-B92E-8C9115F1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43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102923"/>
                </a:solidFill>
              </a:defRPr>
            </a:defPPr>
            <a:lvl1pPr algn="ctr">
              <a:defRPr sz="1050" b="1">
                <a:solidFill>
                  <a:srgbClr val="102923"/>
                </a:solidFill>
              </a:defRPr>
            </a:lvl1pPr>
            <a:lvl2pPr algn="ctr">
              <a:defRPr sz="1050" b="1">
                <a:solidFill>
                  <a:srgbClr val="102923"/>
                </a:solidFill>
              </a:defRPr>
            </a:lvl2pPr>
            <a:lvl3pPr algn="ctr">
              <a:defRPr sz="1050" b="1">
                <a:solidFill>
                  <a:srgbClr val="102923"/>
                </a:solidFill>
              </a:defRPr>
            </a:lvl3pPr>
            <a:lvl4pPr algn="ctr">
              <a:defRPr sz="1050" b="1">
                <a:solidFill>
                  <a:srgbClr val="102923"/>
                </a:solidFill>
              </a:defRPr>
            </a:lvl4pPr>
            <a:lvl5pPr algn="ctr">
              <a:defRPr sz="1050" b="1">
                <a:solidFill>
                  <a:srgbClr val="102923"/>
                </a:solidFill>
              </a:defRPr>
            </a:lvl5pPr>
            <a:lvl6pPr algn="ctr">
              <a:defRPr sz="1050" b="1">
                <a:solidFill>
                  <a:srgbClr val="102923"/>
                </a:solidFill>
              </a:defRPr>
            </a:lvl6pPr>
            <a:lvl7pPr algn="ctr">
              <a:defRPr sz="1050" b="1">
                <a:solidFill>
                  <a:srgbClr val="102923"/>
                </a:solidFill>
              </a:defRPr>
            </a:lvl7pPr>
            <a:lvl8pPr algn="ctr">
              <a:defRPr sz="1050" b="1">
                <a:solidFill>
                  <a:srgbClr val="102923"/>
                </a:solidFill>
              </a:defRPr>
            </a:lvl8pPr>
            <a:lvl9pPr algn="ctr">
              <a:defRPr sz="1050" b="1">
                <a:solidFill>
                  <a:srgbClr val="10292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923"/>
                </a:solidFill>
              </a:defRPr>
            </a:pPr>
            <a:r>
              <a:rPr sz="1050" b="1">
                <a:solidFill>
                  <a:srgbClr val="102923"/>
                </a:solidFill>
              </a:rPr>
              <a:t>Designed for hospital roles and permissions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B78E6-A759-454D-B8C5-996038E0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6647A-6F11-4203-8B7B-5B99D4AC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8291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47CAA-BD5E-4631-8A04-E43BA138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Phase 2: expand into the complete 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5B442-A25F-44BC-B8FF-AB680553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The acquisition layer becomes the digital front door for a broader hospital operating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CBD49-85A4-4C3D-9493-D4E92326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2BB18-A71F-41FD-9940-1FC7BED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DCEFC8"/>
                </a:solidFill>
              </a:defRPr>
            </a:defPPr>
            <a:lvl1pPr algn="l">
              <a:defRPr sz="900" b="1">
                <a:solidFill>
                  <a:srgbClr val="DCEFC8"/>
                </a:solidFill>
              </a:defRPr>
            </a:lvl1pPr>
            <a:lvl2pPr algn="l">
              <a:defRPr sz="900" b="1">
                <a:solidFill>
                  <a:srgbClr val="DCEFC8"/>
                </a:solidFill>
              </a:defRPr>
            </a:lvl2pPr>
            <a:lvl3pPr algn="l">
              <a:defRPr sz="900" b="1">
                <a:solidFill>
                  <a:srgbClr val="DCEFC8"/>
                </a:solidFill>
              </a:defRPr>
            </a:lvl3pPr>
            <a:lvl4pPr algn="l">
              <a:defRPr sz="900" b="1">
                <a:solidFill>
                  <a:srgbClr val="DCEFC8"/>
                </a:solidFill>
              </a:defRPr>
            </a:lvl4pPr>
            <a:lvl5pPr algn="l">
              <a:defRPr sz="900" b="1">
                <a:solidFill>
                  <a:srgbClr val="DCEFC8"/>
                </a:solidFill>
              </a:defRPr>
            </a:lvl5pPr>
            <a:lvl6pPr algn="l">
              <a:defRPr sz="900" b="1">
                <a:solidFill>
                  <a:srgbClr val="DCEFC8"/>
                </a:solidFill>
              </a:defRPr>
            </a:lvl6pPr>
            <a:lvl7pPr algn="l">
              <a:defRPr sz="900" b="1">
                <a:solidFill>
                  <a:srgbClr val="DCEFC8"/>
                </a:solidFill>
              </a:defRPr>
            </a:lvl7pPr>
            <a:lvl8pPr algn="l">
              <a:defRPr sz="900" b="1">
                <a:solidFill>
                  <a:srgbClr val="DCEFC8"/>
                </a:solidFill>
              </a:defRPr>
            </a:lvl8pPr>
            <a:lvl9pPr algn="l">
              <a:defRPr sz="900" b="1">
                <a:solidFill>
                  <a:srgbClr val="DCEFC8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CEFC8"/>
                </a:solidFill>
              </a:defRPr>
            </a:pPr>
            <a:r>
              <a:rPr sz="900" b="1">
                <a:solidFill>
                  <a:srgbClr val="DCEFC8"/>
                </a:solidFill>
              </a:rPr>
              <a:t>FOUNDATION 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2D913-CE7E-4AF4-BB46-CCB1B03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Patient + OPD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F44EC-ABF7-4CAC-8A76-98D4FAA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EA6B4-A61D-4C36-AB67-BCF3918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384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Patient registration and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5A345-EE60-4F61-8080-7E0DB3A2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DE13B-BACB-4561-9EDB-85369CDE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956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Doctor schedules and appointments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62B51-75D1-46E8-8B0C-BAE913AA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B1313-5BEB-4571-87B1-7535824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528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Check-in, queue and encounters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15E93-D530-4D63-BDD3-1E753BC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C8"/>
          </a:solidFill>
          <a:ln xmlns:a="http://schemas.openxmlformats.org/drawingml/2006/main" w="0">
            <a:solidFill>
              <a:srgbClr val="DCEF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85B53-C2D6-444E-A2DE-225117A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Clinical notes and Virtual OPD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21680-573E-4408-82A1-5B48B873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B552A-F9EC-472C-9C05-3B74259D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2F6B52"/>
                </a:solidFill>
              </a:defRPr>
            </a:defPPr>
            <a:lvl1pPr algn="l">
              <a:defRPr sz="900" b="1">
                <a:solidFill>
                  <a:srgbClr val="2F6B52"/>
                </a:solidFill>
              </a:defRPr>
            </a:lvl1pPr>
            <a:lvl2pPr algn="l">
              <a:defRPr sz="900" b="1">
                <a:solidFill>
                  <a:srgbClr val="2F6B52"/>
                </a:solidFill>
              </a:defRPr>
            </a:lvl2pPr>
            <a:lvl3pPr algn="l">
              <a:defRPr sz="900" b="1">
                <a:solidFill>
                  <a:srgbClr val="2F6B52"/>
                </a:solidFill>
              </a:defRPr>
            </a:lvl3pPr>
            <a:lvl4pPr algn="l">
              <a:defRPr sz="900" b="1">
                <a:solidFill>
                  <a:srgbClr val="2F6B52"/>
                </a:solidFill>
              </a:defRPr>
            </a:lvl4pPr>
            <a:lvl5pPr algn="l">
              <a:defRPr sz="900" b="1">
                <a:solidFill>
                  <a:srgbClr val="2F6B52"/>
                </a:solidFill>
              </a:defRPr>
            </a:lvl5pPr>
            <a:lvl6pPr algn="l">
              <a:defRPr sz="900" b="1">
                <a:solidFill>
                  <a:srgbClr val="2F6B52"/>
                </a:solidFill>
              </a:defRPr>
            </a:lvl6pPr>
            <a:lvl7pPr algn="l">
              <a:defRPr sz="900" b="1">
                <a:solidFill>
                  <a:srgbClr val="2F6B52"/>
                </a:solidFill>
              </a:defRPr>
            </a:lvl7pPr>
            <a:lvl8pPr algn="l">
              <a:defRPr sz="900" b="1">
                <a:solidFill>
                  <a:srgbClr val="2F6B52"/>
                </a:solidFill>
              </a:defRPr>
            </a:lvl8pPr>
            <a:lvl9pPr algn="l">
              <a:defRPr sz="90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F6B52"/>
                </a:solidFill>
              </a:defRPr>
            </a:pPr>
            <a:r>
              <a:rPr sz="900" b="1">
                <a:solidFill>
                  <a:srgbClr val="2F6B52"/>
                </a:solidFill>
              </a:rPr>
              <a:t>PLANNED EXPANSION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2E44E-437E-467F-9E68-5F680D7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28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7312D"/>
                </a:solidFill>
              </a:defRPr>
            </a:defPPr>
            <a:lvl1pPr algn="l">
              <a:defRPr sz="2175" b="1">
                <a:solidFill>
                  <a:srgbClr val="17312D"/>
                </a:solidFill>
              </a:defRPr>
            </a:lvl1pPr>
            <a:lvl2pPr algn="l">
              <a:defRPr sz="2175" b="1">
                <a:solidFill>
                  <a:srgbClr val="17312D"/>
                </a:solidFill>
              </a:defRPr>
            </a:lvl2pPr>
            <a:lvl3pPr algn="l">
              <a:defRPr sz="2175" b="1">
                <a:solidFill>
                  <a:srgbClr val="17312D"/>
                </a:solidFill>
              </a:defRPr>
            </a:lvl3pPr>
            <a:lvl4pPr algn="l">
              <a:defRPr sz="2175" b="1">
                <a:solidFill>
                  <a:srgbClr val="17312D"/>
                </a:solidFill>
              </a:defRPr>
            </a:lvl4pPr>
            <a:lvl5pPr algn="l">
              <a:defRPr sz="2175" b="1">
                <a:solidFill>
                  <a:srgbClr val="17312D"/>
                </a:solidFill>
              </a:defRPr>
            </a:lvl5pPr>
            <a:lvl6pPr algn="l">
              <a:defRPr sz="2175" b="1">
                <a:solidFill>
                  <a:srgbClr val="17312D"/>
                </a:solidFill>
              </a:defRPr>
            </a:lvl6pPr>
            <a:lvl7pPr algn="l">
              <a:defRPr sz="2175" b="1">
                <a:solidFill>
                  <a:srgbClr val="17312D"/>
                </a:solidFill>
              </a:defRPr>
            </a:lvl7pPr>
            <a:lvl8pPr algn="l">
              <a:defRPr sz="2175" b="1">
                <a:solidFill>
                  <a:srgbClr val="17312D"/>
                </a:solidFill>
              </a:defRPr>
            </a:lvl8pPr>
            <a:lvl9pPr algn="l">
              <a:defRPr sz="21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12D"/>
                </a:solidFill>
              </a:defRPr>
            </a:pPr>
            <a:r>
              <a:rPr sz="2175" b="1">
                <a:solidFill>
                  <a:srgbClr val="17312D"/>
                </a:solidFill>
              </a:rPr>
              <a:t>Hospital-wide modules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B8858-7A0D-4D4C-9DA2-AE0E357B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F6B52"/>
                </a:solidFill>
              </a:defRPr>
            </a:defPPr>
            <a:lvl1pPr algn="l">
              <a:defRPr sz="1125" b="1">
                <a:solidFill>
                  <a:srgbClr val="2F6B52"/>
                </a:solidFill>
              </a:defRPr>
            </a:lvl1pPr>
            <a:lvl2pPr algn="l">
              <a:defRPr sz="1125" b="1">
                <a:solidFill>
                  <a:srgbClr val="2F6B52"/>
                </a:solidFill>
              </a:defRPr>
            </a:lvl2pPr>
            <a:lvl3pPr algn="l">
              <a:defRPr sz="1125" b="1">
                <a:solidFill>
                  <a:srgbClr val="2F6B52"/>
                </a:solidFill>
              </a:defRPr>
            </a:lvl3pPr>
            <a:lvl4pPr algn="l">
              <a:defRPr sz="1125" b="1">
                <a:solidFill>
                  <a:srgbClr val="2F6B52"/>
                </a:solidFill>
              </a:defRPr>
            </a:lvl4pPr>
            <a:lvl5pPr algn="l">
              <a:defRPr sz="1125" b="1">
                <a:solidFill>
                  <a:srgbClr val="2F6B52"/>
                </a:solidFill>
              </a:defRPr>
            </a:lvl5pPr>
            <a:lvl6pPr algn="l">
              <a:defRPr sz="1125" b="1">
                <a:solidFill>
                  <a:srgbClr val="2F6B52"/>
                </a:solidFill>
              </a:defRPr>
            </a:lvl6pPr>
            <a:lvl7pPr algn="l">
              <a:defRPr sz="1125" b="1">
                <a:solidFill>
                  <a:srgbClr val="2F6B52"/>
                </a:solidFill>
              </a:defRPr>
            </a:lvl7pPr>
            <a:lvl8pPr algn="l">
              <a:defRPr sz="1125" b="1">
                <a:solidFill>
                  <a:srgbClr val="2F6B52"/>
                </a:solidFill>
              </a:defRPr>
            </a:lvl8pPr>
            <a:lvl9pPr algn="l">
              <a:defRPr sz="112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52"/>
                </a:solidFill>
              </a:defRPr>
            </a:pPr>
            <a:r>
              <a:rPr sz="1125" b="1">
                <a:solidFill>
                  <a:srgbClr val="2F6B52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8222C-9166-4B06-9085-B27731A8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384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7312D"/>
                </a:solidFill>
              </a:defRPr>
            </a:defPPr>
            <a:lvl1pPr algn="l">
              <a:defRPr sz="1275" b="0">
                <a:solidFill>
                  <a:srgbClr val="17312D"/>
                </a:solidFill>
              </a:defRPr>
            </a:lvl1pPr>
            <a:lvl2pPr algn="l">
              <a:defRPr sz="1275" b="0">
                <a:solidFill>
                  <a:srgbClr val="17312D"/>
                </a:solidFill>
              </a:defRPr>
            </a:lvl2pPr>
            <a:lvl3pPr algn="l">
              <a:defRPr sz="1275" b="0">
                <a:solidFill>
                  <a:srgbClr val="17312D"/>
                </a:solidFill>
              </a:defRPr>
            </a:lvl3pPr>
            <a:lvl4pPr algn="l">
              <a:defRPr sz="1275" b="0">
                <a:solidFill>
                  <a:srgbClr val="17312D"/>
                </a:solidFill>
              </a:defRPr>
            </a:lvl4pPr>
            <a:lvl5pPr algn="l">
              <a:defRPr sz="1275" b="0">
                <a:solidFill>
                  <a:srgbClr val="17312D"/>
                </a:solidFill>
              </a:defRPr>
            </a:lvl5pPr>
            <a:lvl6pPr algn="l">
              <a:defRPr sz="1275" b="0">
                <a:solidFill>
                  <a:srgbClr val="17312D"/>
                </a:solidFill>
              </a:defRPr>
            </a:lvl6pPr>
            <a:lvl7pPr algn="l">
              <a:defRPr sz="1275" b="0">
                <a:solidFill>
                  <a:srgbClr val="17312D"/>
                </a:solidFill>
              </a:defRPr>
            </a:lvl7pPr>
            <a:lvl8pPr algn="l">
              <a:defRPr sz="1275" b="0">
                <a:solidFill>
                  <a:srgbClr val="17312D"/>
                </a:solidFill>
              </a:defRPr>
            </a:lvl8pPr>
            <a:lvl9pPr algn="l">
              <a:defRPr sz="1275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12D"/>
                </a:solidFill>
              </a:defRPr>
            </a:pPr>
            <a:r>
              <a:rPr sz="1275" b="0">
                <a:solidFill>
                  <a:srgbClr val="17312D"/>
                </a:solidFill>
              </a:rPr>
              <a:t>Diagnostics and imaging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E9390-C66A-4483-BD53-6D98437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F6B52"/>
                </a:solidFill>
              </a:defRPr>
            </a:defPPr>
            <a:lvl1pPr algn="l">
              <a:defRPr sz="1125" b="1">
                <a:solidFill>
                  <a:srgbClr val="2F6B52"/>
                </a:solidFill>
              </a:defRPr>
            </a:lvl1pPr>
            <a:lvl2pPr algn="l">
              <a:defRPr sz="1125" b="1">
                <a:solidFill>
                  <a:srgbClr val="2F6B52"/>
                </a:solidFill>
              </a:defRPr>
            </a:lvl2pPr>
            <a:lvl3pPr algn="l">
              <a:defRPr sz="1125" b="1">
                <a:solidFill>
                  <a:srgbClr val="2F6B52"/>
                </a:solidFill>
              </a:defRPr>
            </a:lvl3pPr>
            <a:lvl4pPr algn="l">
              <a:defRPr sz="1125" b="1">
                <a:solidFill>
                  <a:srgbClr val="2F6B52"/>
                </a:solidFill>
              </a:defRPr>
            </a:lvl4pPr>
            <a:lvl5pPr algn="l">
              <a:defRPr sz="1125" b="1">
                <a:solidFill>
                  <a:srgbClr val="2F6B52"/>
                </a:solidFill>
              </a:defRPr>
            </a:lvl5pPr>
            <a:lvl6pPr algn="l">
              <a:defRPr sz="1125" b="1">
                <a:solidFill>
                  <a:srgbClr val="2F6B52"/>
                </a:solidFill>
              </a:defRPr>
            </a:lvl6pPr>
            <a:lvl7pPr algn="l">
              <a:defRPr sz="1125" b="1">
                <a:solidFill>
                  <a:srgbClr val="2F6B52"/>
                </a:solidFill>
              </a:defRPr>
            </a:lvl7pPr>
            <a:lvl8pPr algn="l">
              <a:defRPr sz="1125" b="1">
                <a:solidFill>
                  <a:srgbClr val="2F6B52"/>
                </a:solidFill>
              </a:defRPr>
            </a:lvl8pPr>
            <a:lvl9pPr algn="l">
              <a:defRPr sz="112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52"/>
                </a:solidFill>
              </a:defRPr>
            </a:pPr>
            <a:r>
              <a:rPr sz="1125" b="1">
                <a:solidFill>
                  <a:srgbClr val="2F6B52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2E4BD-C490-4AB9-9424-66D26B4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7312D"/>
                </a:solidFill>
              </a:defRPr>
            </a:defPPr>
            <a:lvl1pPr algn="l">
              <a:defRPr sz="1275" b="0">
                <a:solidFill>
                  <a:srgbClr val="17312D"/>
                </a:solidFill>
              </a:defRPr>
            </a:lvl1pPr>
            <a:lvl2pPr algn="l">
              <a:defRPr sz="1275" b="0">
                <a:solidFill>
                  <a:srgbClr val="17312D"/>
                </a:solidFill>
              </a:defRPr>
            </a:lvl2pPr>
            <a:lvl3pPr algn="l">
              <a:defRPr sz="1275" b="0">
                <a:solidFill>
                  <a:srgbClr val="17312D"/>
                </a:solidFill>
              </a:defRPr>
            </a:lvl3pPr>
            <a:lvl4pPr algn="l">
              <a:defRPr sz="1275" b="0">
                <a:solidFill>
                  <a:srgbClr val="17312D"/>
                </a:solidFill>
              </a:defRPr>
            </a:lvl4pPr>
            <a:lvl5pPr algn="l">
              <a:defRPr sz="1275" b="0">
                <a:solidFill>
                  <a:srgbClr val="17312D"/>
                </a:solidFill>
              </a:defRPr>
            </a:lvl5pPr>
            <a:lvl6pPr algn="l">
              <a:defRPr sz="1275" b="0">
                <a:solidFill>
                  <a:srgbClr val="17312D"/>
                </a:solidFill>
              </a:defRPr>
            </a:lvl6pPr>
            <a:lvl7pPr algn="l">
              <a:defRPr sz="1275" b="0">
                <a:solidFill>
                  <a:srgbClr val="17312D"/>
                </a:solidFill>
              </a:defRPr>
            </a:lvl7pPr>
            <a:lvl8pPr algn="l">
              <a:defRPr sz="1275" b="0">
                <a:solidFill>
                  <a:srgbClr val="17312D"/>
                </a:solidFill>
              </a:defRPr>
            </a:lvl8pPr>
            <a:lvl9pPr algn="l">
              <a:defRPr sz="1275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12D"/>
                </a:solidFill>
              </a:defRPr>
            </a:pPr>
            <a:r>
              <a:rPr sz="1275" b="0">
                <a:solidFill>
                  <a:srgbClr val="17312D"/>
                </a:solidFill>
              </a:rPr>
              <a:t>Pharmacy and inventory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61E56-87D9-41D9-833A-F3E2C1B2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481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F6B52"/>
                </a:solidFill>
              </a:defRPr>
            </a:defPPr>
            <a:lvl1pPr algn="l">
              <a:defRPr sz="1125" b="1">
                <a:solidFill>
                  <a:srgbClr val="2F6B52"/>
                </a:solidFill>
              </a:defRPr>
            </a:lvl1pPr>
            <a:lvl2pPr algn="l">
              <a:defRPr sz="1125" b="1">
                <a:solidFill>
                  <a:srgbClr val="2F6B52"/>
                </a:solidFill>
              </a:defRPr>
            </a:lvl2pPr>
            <a:lvl3pPr algn="l">
              <a:defRPr sz="1125" b="1">
                <a:solidFill>
                  <a:srgbClr val="2F6B52"/>
                </a:solidFill>
              </a:defRPr>
            </a:lvl3pPr>
            <a:lvl4pPr algn="l">
              <a:defRPr sz="1125" b="1">
                <a:solidFill>
                  <a:srgbClr val="2F6B52"/>
                </a:solidFill>
              </a:defRPr>
            </a:lvl4pPr>
            <a:lvl5pPr algn="l">
              <a:defRPr sz="1125" b="1">
                <a:solidFill>
                  <a:srgbClr val="2F6B52"/>
                </a:solidFill>
              </a:defRPr>
            </a:lvl5pPr>
            <a:lvl6pPr algn="l">
              <a:defRPr sz="1125" b="1">
                <a:solidFill>
                  <a:srgbClr val="2F6B52"/>
                </a:solidFill>
              </a:defRPr>
            </a:lvl6pPr>
            <a:lvl7pPr algn="l">
              <a:defRPr sz="1125" b="1">
                <a:solidFill>
                  <a:srgbClr val="2F6B52"/>
                </a:solidFill>
              </a:defRPr>
            </a:lvl7pPr>
            <a:lvl8pPr algn="l">
              <a:defRPr sz="1125" b="1">
                <a:solidFill>
                  <a:srgbClr val="2F6B52"/>
                </a:solidFill>
              </a:defRPr>
            </a:lvl8pPr>
            <a:lvl9pPr algn="l">
              <a:defRPr sz="112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52"/>
                </a:solidFill>
              </a:defRPr>
            </a:pPr>
            <a:r>
              <a:rPr sz="1125" b="1">
                <a:solidFill>
                  <a:srgbClr val="2F6B52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ACC85-5D98-4361-933D-D8A6CF7B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719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7312D"/>
                </a:solidFill>
              </a:defRPr>
            </a:defPPr>
            <a:lvl1pPr algn="l">
              <a:defRPr sz="1275" b="0">
                <a:solidFill>
                  <a:srgbClr val="17312D"/>
                </a:solidFill>
              </a:defRPr>
            </a:lvl1pPr>
            <a:lvl2pPr algn="l">
              <a:defRPr sz="1275" b="0">
                <a:solidFill>
                  <a:srgbClr val="17312D"/>
                </a:solidFill>
              </a:defRPr>
            </a:lvl2pPr>
            <a:lvl3pPr algn="l">
              <a:defRPr sz="1275" b="0">
                <a:solidFill>
                  <a:srgbClr val="17312D"/>
                </a:solidFill>
              </a:defRPr>
            </a:lvl3pPr>
            <a:lvl4pPr algn="l">
              <a:defRPr sz="1275" b="0">
                <a:solidFill>
                  <a:srgbClr val="17312D"/>
                </a:solidFill>
              </a:defRPr>
            </a:lvl4pPr>
            <a:lvl5pPr algn="l">
              <a:defRPr sz="1275" b="0">
                <a:solidFill>
                  <a:srgbClr val="17312D"/>
                </a:solidFill>
              </a:defRPr>
            </a:lvl5pPr>
            <a:lvl6pPr algn="l">
              <a:defRPr sz="1275" b="0">
                <a:solidFill>
                  <a:srgbClr val="17312D"/>
                </a:solidFill>
              </a:defRPr>
            </a:lvl6pPr>
            <a:lvl7pPr algn="l">
              <a:defRPr sz="1275" b="0">
                <a:solidFill>
                  <a:srgbClr val="17312D"/>
                </a:solidFill>
              </a:defRPr>
            </a:lvl7pPr>
            <a:lvl8pPr algn="l">
              <a:defRPr sz="1275" b="0">
                <a:solidFill>
                  <a:srgbClr val="17312D"/>
                </a:solidFill>
              </a:defRPr>
            </a:lvl8pPr>
            <a:lvl9pPr algn="l">
              <a:defRPr sz="1275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12D"/>
                </a:solidFill>
              </a:defRPr>
            </a:pPr>
            <a:r>
              <a:rPr sz="1275" b="0">
                <a:solidFill>
                  <a:srgbClr val="17312D"/>
                </a:solidFill>
              </a:rPr>
              <a:t>Billing, payments and insurance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C0571-4175-4719-9582-759EE75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148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F6B52"/>
                </a:solidFill>
              </a:defRPr>
            </a:defPPr>
            <a:lvl1pPr algn="l">
              <a:defRPr sz="1125" b="1">
                <a:solidFill>
                  <a:srgbClr val="2F6B52"/>
                </a:solidFill>
              </a:defRPr>
            </a:lvl1pPr>
            <a:lvl2pPr algn="l">
              <a:defRPr sz="1125" b="1">
                <a:solidFill>
                  <a:srgbClr val="2F6B52"/>
                </a:solidFill>
              </a:defRPr>
            </a:lvl2pPr>
            <a:lvl3pPr algn="l">
              <a:defRPr sz="1125" b="1">
                <a:solidFill>
                  <a:srgbClr val="2F6B52"/>
                </a:solidFill>
              </a:defRPr>
            </a:lvl3pPr>
            <a:lvl4pPr algn="l">
              <a:defRPr sz="1125" b="1">
                <a:solidFill>
                  <a:srgbClr val="2F6B52"/>
                </a:solidFill>
              </a:defRPr>
            </a:lvl4pPr>
            <a:lvl5pPr algn="l">
              <a:defRPr sz="1125" b="1">
                <a:solidFill>
                  <a:srgbClr val="2F6B52"/>
                </a:solidFill>
              </a:defRPr>
            </a:lvl5pPr>
            <a:lvl6pPr algn="l">
              <a:defRPr sz="1125" b="1">
                <a:solidFill>
                  <a:srgbClr val="2F6B52"/>
                </a:solidFill>
              </a:defRPr>
            </a:lvl6pPr>
            <a:lvl7pPr algn="l">
              <a:defRPr sz="1125" b="1">
                <a:solidFill>
                  <a:srgbClr val="2F6B52"/>
                </a:solidFill>
              </a:defRPr>
            </a:lvl7pPr>
            <a:lvl8pPr algn="l">
              <a:defRPr sz="1125" b="1">
                <a:solidFill>
                  <a:srgbClr val="2F6B52"/>
                </a:solidFill>
              </a:defRPr>
            </a:lvl8pPr>
            <a:lvl9pPr algn="l">
              <a:defRPr sz="112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52"/>
                </a:solidFill>
              </a:defRPr>
            </a:pPr>
            <a:r>
              <a:rPr sz="1125" b="1">
                <a:solidFill>
                  <a:srgbClr val="2F6B52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AAF21-66AF-404A-B956-B8A81069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17312D"/>
                </a:solidFill>
              </a:defRPr>
            </a:defPPr>
            <a:lvl1pPr algn="l">
              <a:defRPr sz="1275" b="0">
                <a:solidFill>
                  <a:srgbClr val="17312D"/>
                </a:solidFill>
              </a:defRPr>
            </a:lvl1pPr>
            <a:lvl2pPr algn="l">
              <a:defRPr sz="1275" b="0">
                <a:solidFill>
                  <a:srgbClr val="17312D"/>
                </a:solidFill>
              </a:defRPr>
            </a:lvl2pPr>
            <a:lvl3pPr algn="l">
              <a:defRPr sz="1275" b="0">
                <a:solidFill>
                  <a:srgbClr val="17312D"/>
                </a:solidFill>
              </a:defRPr>
            </a:lvl3pPr>
            <a:lvl4pPr algn="l">
              <a:defRPr sz="1275" b="0">
                <a:solidFill>
                  <a:srgbClr val="17312D"/>
                </a:solidFill>
              </a:defRPr>
            </a:lvl4pPr>
            <a:lvl5pPr algn="l">
              <a:defRPr sz="1275" b="0">
                <a:solidFill>
                  <a:srgbClr val="17312D"/>
                </a:solidFill>
              </a:defRPr>
            </a:lvl5pPr>
            <a:lvl6pPr algn="l">
              <a:defRPr sz="1275" b="0">
                <a:solidFill>
                  <a:srgbClr val="17312D"/>
                </a:solidFill>
              </a:defRPr>
            </a:lvl6pPr>
            <a:lvl7pPr algn="l">
              <a:defRPr sz="1275" b="0">
                <a:solidFill>
                  <a:srgbClr val="17312D"/>
                </a:solidFill>
              </a:defRPr>
            </a:lvl7pPr>
            <a:lvl8pPr algn="l">
              <a:defRPr sz="1275" b="0">
                <a:solidFill>
                  <a:srgbClr val="17312D"/>
                </a:solidFill>
              </a:defRPr>
            </a:lvl8pPr>
            <a:lvl9pPr algn="l">
              <a:defRPr sz="1275" b="0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12D"/>
                </a:solidFill>
              </a:defRPr>
            </a:pPr>
            <a:r>
              <a:rPr sz="1275" b="0">
                <a:solidFill>
                  <a:srgbClr val="17312D"/>
                </a:solidFill>
              </a:rPr>
              <a:t>Inpatient, beds and theatre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70A77-27E4-4F6D-80C4-DC6C091B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2F6B52"/>
                </a:solidFill>
              </a:defRPr>
            </a:defPPr>
            <a:lvl1pPr algn="ctr">
              <a:defRPr sz="1275" b="1">
                <a:solidFill>
                  <a:srgbClr val="2F6B52"/>
                </a:solidFill>
              </a:defRPr>
            </a:lvl1pPr>
            <a:lvl2pPr algn="ctr">
              <a:defRPr sz="1275" b="1">
                <a:solidFill>
                  <a:srgbClr val="2F6B52"/>
                </a:solidFill>
              </a:defRPr>
            </a:lvl2pPr>
            <a:lvl3pPr algn="ctr">
              <a:defRPr sz="1275" b="1">
                <a:solidFill>
                  <a:srgbClr val="2F6B52"/>
                </a:solidFill>
              </a:defRPr>
            </a:lvl3pPr>
            <a:lvl4pPr algn="ctr">
              <a:defRPr sz="1275" b="1">
                <a:solidFill>
                  <a:srgbClr val="2F6B52"/>
                </a:solidFill>
              </a:defRPr>
            </a:lvl4pPr>
            <a:lvl5pPr algn="ctr">
              <a:defRPr sz="1275" b="1">
                <a:solidFill>
                  <a:srgbClr val="2F6B52"/>
                </a:solidFill>
              </a:defRPr>
            </a:lvl5pPr>
            <a:lvl6pPr algn="ctr">
              <a:defRPr sz="1275" b="1">
                <a:solidFill>
                  <a:srgbClr val="2F6B52"/>
                </a:solidFill>
              </a:defRPr>
            </a:lvl6pPr>
            <a:lvl7pPr algn="ctr">
              <a:defRPr sz="1275" b="1">
                <a:solidFill>
                  <a:srgbClr val="2F6B52"/>
                </a:solidFill>
              </a:defRPr>
            </a:lvl7pPr>
            <a:lvl8pPr algn="ctr">
              <a:defRPr sz="1275" b="1">
                <a:solidFill>
                  <a:srgbClr val="2F6B52"/>
                </a:solidFill>
              </a:defRPr>
            </a:lvl8pPr>
            <a:lvl9pPr algn="ctr">
              <a:defRPr sz="1275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F6B52"/>
                </a:solidFill>
              </a:defRPr>
            </a:pPr>
            <a:r>
              <a:rPr sz="1275" b="1">
                <a:solidFill>
                  <a:srgbClr val="2F6B52"/>
                </a:solidFill>
              </a:rPr>
              <a:t>Scope, workflow and rollout sequence will be agreed with hospital leadership before Phase 2.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92CA8-F8DA-4A83-B7BE-39B8B89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B1486-79DD-48E8-9DED-716B005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3099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4FF8B-8050-4018-B3A9-210A362B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17312D"/>
                </a:solidFill>
              </a:defRPr>
            </a:defPPr>
            <a:lvl1pPr algn="l">
              <a:defRPr sz="2400" b="1">
                <a:solidFill>
                  <a:srgbClr val="17312D"/>
                </a:solidFill>
              </a:defRPr>
            </a:lvl1pPr>
            <a:lvl2pPr algn="l">
              <a:defRPr sz="2400" b="1">
                <a:solidFill>
                  <a:srgbClr val="17312D"/>
                </a:solidFill>
              </a:defRPr>
            </a:lvl2pPr>
            <a:lvl3pPr algn="l">
              <a:defRPr sz="2400" b="1">
                <a:solidFill>
                  <a:srgbClr val="17312D"/>
                </a:solidFill>
              </a:defRPr>
            </a:lvl3pPr>
            <a:lvl4pPr algn="l">
              <a:defRPr sz="2400" b="1">
                <a:solidFill>
                  <a:srgbClr val="17312D"/>
                </a:solidFill>
              </a:defRPr>
            </a:lvl4pPr>
            <a:lvl5pPr algn="l">
              <a:defRPr sz="2400" b="1">
                <a:solidFill>
                  <a:srgbClr val="17312D"/>
                </a:solidFill>
              </a:defRPr>
            </a:lvl5pPr>
            <a:lvl6pPr algn="l">
              <a:defRPr sz="2400" b="1">
                <a:solidFill>
                  <a:srgbClr val="17312D"/>
                </a:solidFill>
              </a:defRPr>
            </a:lvl6pPr>
            <a:lvl7pPr algn="l">
              <a:defRPr sz="2400" b="1">
                <a:solidFill>
                  <a:srgbClr val="17312D"/>
                </a:solidFill>
              </a:defRPr>
            </a:lvl7pPr>
            <a:lvl8pPr algn="l">
              <a:defRPr sz="2400" b="1">
                <a:solidFill>
                  <a:srgbClr val="17312D"/>
                </a:solidFill>
              </a:defRPr>
            </a:lvl8pPr>
            <a:lvl9pPr algn="l">
              <a:defRPr sz="240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12D"/>
                </a:solidFill>
              </a:defRPr>
            </a:pPr>
            <a:r>
              <a:rPr sz="2400" b="1">
                <a:solidFill>
                  <a:srgbClr val="17312D"/>
                </a:solidFill>
              </a:rPr>
              <a:t>A controlled rollout around one pilot facility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424CA-16C4-4CA0-B9CB-A67C6BD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667B75"/>
                </a:solidFill>
              </a:defRPr>
            </a:defPPr>
            <a:lvl1pPr algn="l">
              <a:defRPr sz="1275" b="0">
                <a:solidFill>
                  <a:srgbClr val="667B75"/>
                </a:solidFill>
              </a:defRPr>
            </a:lvl1pPr>
            <a:lvl2pPr algn="l">
              <a:defRPr sz="1275" b="0">
                <a:solidFill>
                  <a:srgbClr val="667B75"/>
                </a:solidFill>
              </a:defRPr>
            </a:lvl2pPr>
            <a:lvl3pPr algn="l">
              <a:defRPr sz="1275" b="0">
                <a:solidFill>
                  <a:srgbClr val="667B75"/>
                </a:solidFill>
              </a:defRPr>
            </a:lvl3pPr>
            <a:lvl4pPr algn="l">
              <a:defRPr sz="1275" b="0">
                <a:solidFill>
                  <a:srgbClr val="667B75"/>
                </a:solidFill>
              </a:defRPr>
            </a:lvl4pPr>
            <a:lvl5pPr algn="l">
              <a:defRPr sz="1275" b="0">
                <a:solidFill>
                  <a:srgbClr val="667B75"/>
                </a:solidFill>
              </a:defRPr>
            </a:lvl5pPr>
            <a:lvl6pPr algn="l">
              <a:defRPr sz="1275" b="0">
                <a:solidFill>
                  <a:srgbClr val="667B75"/>
                </a:solidFill>
              </a:defRPr>
            </a:lvl6pPr>
            <a:lvl7pPr algn="l">
              <a:defRPr sz="1275" b="0">
                <a:solidFill>
                  <a:srgbClr val="667B75"/>
                </a:solidFill>
              </a:defRPr>
            </a:lvl7pPr>
            <a:lvl8pPr algn="l">
              <a:defRPr sz="1275" b="0">
                <a:solidFill>
                  <a:srgbClr val="667B75"/>
                </a:solidFill>
              </a:defRPr>
            </a:lvl8pPr>
            <a:lvl9pPr algn="l">
              <a:defRPr sz="1275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B75"/>
                </a:solidFill>
              </a:defRPr>
            </a:pPr>
            <a:r>
              <a:rPr sz="1275" b="0">
                <a:solidFill>
                  <a:srgbClr val="667B75"/>
                </a:solidFill>
              </a:rPr>
              <a:t>Each stage has a clear operational owner and acceptance check.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1FFCE-4119-4359-B6AE-30F996E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33625" cy="3143250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32209-D0FD-477C-9D13-B0D4583D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2F6B52"/>
                </a:solidFill>
              </a:defRPr>
            </a:defPPr>
            <a:lvl1pPr algn="l">
              <a:defRPr sz="1200" b="1">
                <a:solidFill>
                  <a:srgbClr val="2F6B52"/>
                </a:solidFill>
              </a:defRPr>
            </a:lvl1pPr>
            <a:lvl2pPr algn="l">
              <a:defRPr sz="1200" b="1">
                <a:solidFill>
                  <a:srgbClr val="2F6B52"/>
                </a:solidFill>
              </a:defRPr>
            </a:lvl2pPr>
            <a:lvl3pPr algn="l">
              <a:defRPr sz="1200" b="1">
                <a:solidFill>
                  <a:srgbClr val="2F6B52"/>
                </a:solidFill>
              </a:defRPr>
            </a:lvl3pPr>
            <a:lvl4pPr algn="l">
              <a:defRPr sz="1200" b="1">
                <a:solidFill>
                  <a:srgbClr val="2F6B52"/>
                </a:solidFill>
              </a:defRPr>
            </a:lvl4pPr>
            <a:lvl5pPr algn="l">
              <a:defRPr sz="1200" b="1">
                <a:solidFill>
                  <a:srgbClr val="2F6B52"/>
                </a:solidFill>
              </a:defRPr>
            </a:lvl5pPr>
            <a:lvl6pPr algn="l">
              <a:defRPr sz="1200" b="1">
                <a:solidFill>
                  <a:srgbClr val="2F6B52"/>
                </a:solidFill>
              </a:defRPr>
            </a:lvl6pPr>
            <a:lvl7pPr algn="l">
              <a:defRPr sz="1200" b="1">
                <a:solidFill>
                  <a:srgbClr val="2F6B52"/>
                </a:solidFill>
              </a:defRPr>
            </a:lvl7pPr>
            <a:lvl8pPr algn="l">
              <a:defRPr sz="1200" b="1">
                <a:solidFill>
                  <a:srgbClr val="2F6B52"/>
                </a:solidFill>
              </a:defRPr>
            </a:lvl8pPr>
            <a:lvl9pPr algn="l">
              <a:defRPr sz="120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F6B52"/>
                </a:solidFill>
              </a:defRPr>
            </a:pPr>
            <a:r>
              <a:rPr sz="1200" b="1">
                <a:solidFill>
                  <a:srgbClr val="2F6B5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526BF-919C-438B-B8C7-7D8C2719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12D"/>
                </a:solidFill>
              </a:defRPr>
            </a:defPPr>
            <a:lvl1pPr algn="l">
              <a:defRPr sz="1875" b="1">
                <a:solidFill>
                  <a:srgbClr val="17312D"/>
                </a:solidFill>
              </a:defRPr>
            </a:lvl1pPr>
            <a:lvl2pPr algn="l">
              <a:defRPr sz="1875" b="1">
                <a:solidFill>
                  <a:srgbClr val="17312D"/>
                </a:solidFill>
              </a:defRPr>
            </a:lvl2pPr>
            <a:lvl3pPr algn="l">
              <a:defRPr sz="1875" b="1">
                <a:solidFill>
                  <a:srgbClr val="17312D"/>
                </a:solidFill>
              </a:defRPr>
            </a:lvl3pPr>
            <a:lvl4pPr algn="l">
              <a:defRPr sz="1875" b="1">
                <a:solidFill>
                  <a:srgbClr val="17312D"/>
                </a:solidFill>
              </a:defRPr>
            </a:lvl4pPr>
            <a:lvl5pPr algn="l">
              <a:defRPr sz="1875" b="1">
                <a:solidFill>
                  <a:srgbClr val="17312D"/>
                </a:solidFill>
              </a:defRPr>
            </a:lvl5pPr>
            <a:lvl6pPr algn="l">
              <a:defRPr sz="1875" b="1">
                <a:solidFill>
                  <a:srgbClr val="17312D"/>
                </a:solidFill>
              </a:defRPr>
            </a:lvl6pPr>
            <a:lvl7pPr algn="l">
              <a:defRPr sz="1875" b="1">
                <a:solidFill>
                  <a:srgbClr val="17312D"/>
                </a:solidFill>
              </a:defRPr>
            </a:lvl7pPr>
            <a:lvl8pPr algn="l">
              <a:defRPr sz="1875" b="1">
                <a:solidFill>
                  <a:srgbClr val="17312D"/>
                </a:solidFill>
              </a:defRPr>
            </a:lvl8pPr>
            <a:lvl9pPr algn="l">
              <a:defRPr sz="18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12D"/>
                </a:solidFill>
              </a:defRPr>
            </a:pPr>
            <a:r>
              <a:rPr sz="1875" b="1">
                <a:solidFill>
                  <a:srgbClr val="17312D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C148A-A298-4657-B6B0-BF47937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Confirm departments, doctors, schedules, FAQs and escalation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072FF-356B-4929-B25E-7A567137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333625" cy="3143250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DA7C5-7D76-40A0-AE96-6E8F709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2F6B52"/>
                </a:solidFill>
              </a:defRPr>
            </a:defPPr>
            <a:lvl1pPr algn="l">
              <a:defRPr sz="1200" b="1">
                <a:solidFill>
                  <a:srgbClr val="2F6B52"/>
                </a:solidFill>
              </a:defRPr>
            </a:lvl1pPr>
            <a:lvl2pPr algn="l">
              <a:defRPr sz="1200" b="1">
                <a:solidFill>
                  <a:srgbClr val="2F6B52"/>
                </a:solidFill>
              </a:defRPr>
            </a:lvl2pPr>
            <a:lvl3pPr algn="l">
              <a:defRPr sz="1200" b="1">
                <a:solidFill>
                  <a:srgbClr val="2F6B52"/>
                </a:solidFill>
              </a:defRPr>
            </a:lvl3pPr>
            <a:lvl4pPr algn="l">
              <a:defRPr sz="1200" b="1">
                <a:solidFill>
                  <a:srgbClr val="2F6B52"/>
                </a:solidFill>
              </a:defRPr>
            </a:lvl4pPr>
            <a:lvl5pPr algn="l">
              <a:defRPr sz="1200" b="1">
                <a:solidFill>
                  <a:srgbClr val="2F6B52"/>
                </a:solidFill>
              </a:defRPr>
            </a:lvl5pPr>
            <a:lvl6pPr algn="l">
              <a:defRPr sz="1200" b="1">
                <a:solidFill>
                  <a:srgbClr val="2F6B52"/>
                </a:solidFill>
              </a:defRPr>
            </a:lvl6pPr>
            <a:lvl7pPr algn="l">
              <a:defRPr sz="1200" b="1">
                <a:solidFill>
                  <a:srgbClr val="2F6B52"/>
                </a:solidFill>
              </a:defRPr>
            </a:lvl7pPr>
            <a:lvl8pPr algn="l">
              <a:defRPr sz="1200" b="1">
                <a:solidFill>
                  <a:srgbClr val="2F6B52"/>
                </a:solidFill>
              </a:defRPr>
            </a:lvl8pPr>
            <a:lvl9pPr algn="l">
              <a:defRPr sz="120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F6B52"/>
                </a:solidFill>
              </a:defRPr>
            </a:pPr>
            <a:r>
              <a:rPr sz="1200" b="1">
                <a:solidFill>
                  <a:srgbClr val="2F6B5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D7CEE-E9D4-4AEB-9C9E-43761EE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12D"/>
                </a:solidFill>
              </a:defRPr>
            </a:defPPr>
            <a:lvl1pPr algn="l">
              <a:defRPr sz="1875" b="1">
                <a:solidFill>
                  <a:srgbClr val="17312D"/>
                </a:solidFill>
              </a:defRPr>
            </a:lvl1pPr>
            <a:lvl2pPr algn="l">
              <a:defRPr sz="1875" b="1">
                <a:solidFill>
                  <a:srgbClr val="17312D"/>
                </a:solidFill>
              </a:defRPr>
            </a:lvl2pPr>
            <a:lvl3pPr algn="l">
              <a:defRPr sz="1875" b="1">
                <a:solidFill>
                  <a:srgbClr val="17312D"/>
                </a:solidFill>
              </a:defRPr>
            </a:lvl3pPr>
            <a:lvl4pPr algn="l">
              <a:defRPr sz="1875" b="1">
                <a:solidFill>
                  <a:srgbClr val="17312D"/>
                </a:solidFill>
              </a:defRPr>
            </a:lvl4pPr>
            <a:lvl5pPr algn="l">
              <a:defRPr sz="1875" b="1">
                <a:solidFill>
                  <a:srgbClr val="17312D"/>
                </a:solidFill>
              </a:defRPr>
            </a:lvl5pPr>
            <a:lvl6pPr algn="l">
              <a:defRPr sz="1875" b="1">
                <a:solidFill>
                  <a:srgbClr val="17312D"/>
                </a:solidFill>
              </a:defRPr>
            </a:lvl6pPr>
            <a:lvl7pPr algn="l">
              <a:defRPr sz="1875" b="1">
                <a:solidFill>
                  <a:srgbClr val="17312D"/>
                </a:solidFill>
              </a:defRPr>
            </a:lvl7pPr>
            <a:lvl8pPr algn="l">
              <a:defRPr sz="1875" b="1">
                <a:solidFill>
                  <a:srgbClr val="17312D"/>
                </a:solidFill>
              </a:defRPr>
            </a:lvl8pPr>
            <a:lvl9pPr algn="l">
              <a:defRPr sz="18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12D"/>
                </a:solidFill>
              </a:defRPr>
            </a:pPr>
            <a:r>
              <a:rPr sz="1875" b="1">
                <a:solidFill>
                  <a:srgbClr val="17312D"/>
                </a:solidFill>
              </a:rPr>
              <a:t>Configure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69CC5-9901-4EED-B4F5-B8E53144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Brand the website, connect channels and train the receptionist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41CB7-ED78-4EBE-AF09-66324CDC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33625" cy="3143250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10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74CE5-9873-4E72-BAAB-07E5262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DCEFC8"/>
                </a:solidFill>
              </a:defRPr>
            </a:defPPr>
            <a:lvl1pPr algn="l">
              <a:defRPr sz="1200" b="1">
                <a:solidFill>
                  <a:srgbClr val="DCEFC8"/>
                </a:solidFill>
              </a:defRPr>
            </a:lvl1pPr>
            <a:lvl2pPr algn="l">
              <a:defRPr sz="1200" b="1">
                <a:solidFill>
                  <a:srgbClr val="DCEFC8"/>
                </a:solidFill>
              </a:defRPr>
            </a:lvl2pPr>
            <a:lvl3pPr algn="l">
              <a:defRPr sz="1200" b="1">
                <a:solidFill>
                  <a:srgbClr val="DCEFC8"/>
                </a:solidFill>
              </a:defRPr>
            </a:lvl3pPr>
            <a:lvl4pPr algn="l">
              <a:defRPr sz="1200" b="1">
                <a:solidFill>
                  <a:srgbClr val="DCEFC8"/>
                </a:solidFill>
              </a:defRPr>
            </a:lvl4pPr>
            <a:lvl5pPr algn="l">
              <a:defRPr sz="1200" b="1">
                <a:solidFill>
                  <a:srgbClr val="DCEFC8"/>
                </a:solidFill>
              </a:defRPr>
            </a:lvl5pPr>
            <a:lvl6pPr algn="l">
              <a:defRPr sz="1200" b="1">
                <a:solidFill>
                  <a:srgbClr val="DCEFC8"/>
                </a:solidFill>
              </a:defRPr>
            </a:lvl6pPr>
            <a:lvl7pPr algn="l">
              <a:defRPr sz="1200" b="1">
                <a:solidFill>
                  <a:srgbClr val="DCEFC8"/>
                </a:solidFill>
              </a:defRPr>
            </a:lvl7pPr>
            <a:lvl8pPr algn="l">
              <a:defRPr sz="1200" b="1">
                <a:solidFill>
                  <a:srgbClr val="DCEFC8"/>
                </a:solidFill>
              </a:defRPr>
            </a:lvl8pPr>
            <a:lvl9pPr algn="l">
              <a:defRPr sz="1200" b="1">
                <a:solidFill>
                  <a:srgbClr val="DCEFC8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CEFC8"/>
                </a:solidFill>
              </a:defRPr>
            </a:pPr>
            <a:r>
              <a:rPr sz="1200" b="1">
                <a:solidFill>
                  <a:srgbClr val="DCEF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E9817-DEC3-4DEF-A979-DF0BB85A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E8547-E46B-4534-A91D-3180C0DC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C7D8D1"/>
                </a:solidFill>
              </a:defRPr>
            </a:defPPr>
            <a:lvl1pPr algn="l">
              <a:defRPr sz="1200" b="0">
                <a:solidFill>
                  <a:srgbClr val="C7D8D1"/>
                </a:solidFill>
              </a:defRPr>
            </a:lvl1pPr>
            <a:lvl2pPr algn="l">
              <a:defRPr sz="1200" b="0">
                <a:solidFill>
                  <a:srgbClr val="C7D8D1"/>
                </a:solidFill>
              </a:defRPr>
            </a:lvl2pPr>
            <a:lvl3pPr algn="l">
              <a:defRPr sz="1200" b="0">
                <a:solidFill>
                  <a:srgbClr val="C7D8D1"/>
                </a:solidFill>
              </a:defRPr>
            </a:lvl3pPr>
            <a:lvl4pPr algn="l">
              <a:defRPr sz="1200" b="0">
                <a:solidFill>
                  <a:srgbClr val="C7D8D1"/>
                </a:solidFill>
              </a:defRPr>
            </a:lvl4pPr>
            <a:lvl5pPr algn="l">
              <a:defRPr sz="1200" b="0">
                <a:solidFill>
                  <a:srgbClr val="C7D8D1"/>
                </a:solidFill>
              </a:defRPr>
            </a:lvl5pPr>
            <a:lvl6pPr algn="l">
              <a:defRPr sz="1200" b="0">
                <a:solidFill>
                  <a:srgbClr val="C7D8D1"/>
                </a:solidFill>
              </a:defRPr>
            </a:lvl6pPr>
            <a:lvl7pPr algn="l">
              <a:defRPr sz="1200" b="0">
                <a:solidFill>
                  <a:srgbClr val="C7D8D1"/>
                </a:solidFill>
              </a:defRPr>
            </a:lvl7pPr>
            <a:lvl8pPr algn="l">
              <a:defRPr sz="1200" b="0">
                <a:solidFill>
                  <a:srgbClr val="C7D8D1"/>
                </a:solidFill>
              </a:defRPr>
            </a:lvl8pPr>
            <a:lvl9pPr algn="l">
              <a:defRPr sz="1200" b="0">
                <a:solidFill>
                  <a:srgbClr val="C7D8D1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7D8D1"/>
                </a:solidFill>
              </a:defRPr>
            </a:pPr>
            <a:r>
              <a:rPr sz="1200" b="0">
                <a:solidFill>
                  <a:srgbClr val="C7D8D1"/>
                </a:solidFill>
              </a:rPr>
              <a:t>Launch with selected departments, monitor bookings and support staff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C9E6-6DBB-4F5A-8F28-FC87687F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333625" cy="3143250"/>
          </a:xfrm>
          <a:prstGeom xmlns:a="http://schemas.openxmlformats.org/drawingml/2006/main" prst="roundRect">
            <a:avLst>
              <a:gd name="adj" fmla="val 8980"/>
            </a:avLst>
          </a:prstGeom>
          <a:solidFill xmlns:a="http://schemas.openxmlformats.org/drawingml/2006/main">
            <a:srgbClr val="EE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A2456-2487-46A8-A57D-8B41040F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2F6B52"/>
                </a:solidFill>
              </a:defRPr>
            </a:defPPr>
            <a:lvl1pPr algn="l">
              <a:defRPr sz="1200" b="1">
                <a:solidFill>
                  <a:srgbClr val="2F6B52"/>
                </a:solidFill>
              </a:defRPr>
            </a:lvl1pPr>
            <a:lvl2pPr algn="l">
              <a:defRPr sz="1200" b="1">
                <a:solidFill>
                  <a:srgbClr val="2F6B52"/>
                </a:solidFill>
              </a:defRPr>
            </a:lvl2pPr>
            <a:lvl3pPr algn="l">
              <a:defRPr sz="1200" b="1">
                <a:solidFill>
                  <a:srgbClr val="2F6B52"/>
                </a:solidFill>
              </a:defRPr>
            </a:lvl3pPr>
            <a:lvl4pPr algn="l">
              <a:defRPr sz="1200" b="1">
                <a:solidFill>
                  <a:srgbClr val="2F6B52"/>
                </a:solidFill>
              </a:defRPr>
            </a:lvl4pPr>
            <a:lvl5pPr algn="l">
              <a:defRPr sz="1200" b="1">
                <a:solidFill>
                  <a:srgbClr val="2F6B52"/>
                </a:solidFill>
              </a:defRPr>
            </a:lvl5pPr>
            <a:lvl6pPr algn="l">
              <a:defRPr sz="1200" b="1">
                <a:solidFill>
                  <a:srgbClr val="2F6B52"/>
                </a:solidFill>
              </a:defRPr>
            </a:lvl6pPr>
            <a:lvl7pPr algn="l">
              <a:defRPr sz="1200" b="1">
                <a:solidFill>
                  <a:srgbClr val="2F6B52"/>
                </a:solidFill>
              </a:defRPr>
            </a:lvl7pPr>
            <a:lvl8pPr algn="l">
              <a:defRPr sz="1200" b="1">
                <a:solidFill>
                  <a:srgbClr val="2F6B52"/>
                </a:solidFill>
              </a:defRPr>
            </a:lvl8pPr>
            <a:lvl9pPr algn="l">
              <a:defRPr sz="120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F6B52"/>
                </a:solidFill>
              </a:defRPr>
            </a:pPr>
            <a:r>
              <a:rPr sz="1200" b="1">
                <a:solidFill>
                  <a:srgbClr val="2F6B5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7307D-87A7-43D7-B225-AA56CADF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12D"/>
                </a:solidFill>
              </a:defRPr>
            </a:defPPr>
            <a:lvl1pPr algn="l">
              <a:defRPr sz="1875" b="1">
                <a:solidFill>
                  <a:srgbClr val="17312D"/>
                </a:solidFill>
              </a:defRPr>
            </a:lvl1pPr>
            <a:lvl2pPr algn="l">
              <a:defRPr sz="1875" b="1">
                <a:solidFill>
                  <a:srgbClr val="17312D"/>
                </a:solidFill>
              </a:defRPr>
            </a:lvl2pPr>
            <a:lvl3pPr algn="l">
              <a:defRPr sz="1875" b="1">
                <a:solidFill>
                  <a:srgbClr val="17312D"/>
                </a:solidFill>
              </a:defRPr>
            </a:lvl3pPr>
            <a:lvl4pPr algn="l">
              <a:defRPr sz="1875" b="1">
                <a:solidFill>
                  <a:srgbClr val="17312D"/>
                </a:solidFill>
              </a:defRPr>
            </a:lvl4pPr>
            <a:lvl5pPr algn="l">
              <a:defRPr sz="1875" b="1">
                <a:solidFill>
                  <a:srgbClr val="17312D"/>
                </a:solidFill>
              </a:defRPr>
            </a:lvl5pPr>
            <a:lvl6pPr algn="l">
              <a:defRPr sz="1875" b="1">
                <a:solidFill>
                  <a:srgbClr val="17312D"/>
                </a:solidFill>
              </a:defRPr>
            </a:lvl6pPr>
            <a:lvl7pPr algn="l">
              <a:defRPr sz="1875" b="1">
                <a:solidFill>
                  <a:srgbClr val="17312D"/>
                </a:solidFill>
              </a:defRPr>
            </a:lvl7pPr>
            <a:lvl8pPr algn="l">
              <a:defRPr sz="1875" b="1">
                <a:solidFill>
                  <a:srgbClr val="17312D"/>
                </a:solidFill>
              </a:defRPr>
            </a:lvl8pPr>
            <a:lvl9pPr algn="l">
              <a:defRPr sz="1875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12D"/>
                </a:solidFill>
              </a:defRPr>
            </a:pPr>
            <a:r>
              <a:rPr sz="1875" b="1">
                <a:solidFill>
                  <a:srgbClr val="17312D"/>
                </a:solidFill>
              </a:rPr>
              <a:t>Expand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5CDEB-C5DE-437D-B075-223B9DF8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67B75"/>
                </a:solidFill>
              </a:defRPr>
            </a:defPPr>
            <a:lvl1pPr algn="l">
              <a:defRPr sz="1200" b="0">
                <a:solidFill>
                  <a:srgbClr val="667B75"/>
                </a:solidFill>
              </a:defRPr>
            </a:lvl1pPr>
            <a:lvl2pPr algn="l">
              <a:defRPr sz="1200" b="0">
                <a:solidFill>
                  <a:srgbClr val="667B75"/>
                </a:solidFill>
              </a:defRPr>
            </a:lvl2pPr>
            <a:lvl3pPr algn="l">
              <a:defRPr sz="1200" b="0">
                <a:solidFill>
                  <a:srgbClr val="667B75"/>
                </a:solidFill>
              </a:defRPr>
            </a:lvl3pPr>
            <a:lvl4pPr algn="l">
              <a:defRPr sz="1200" b="0">
                <a:solidFill>
                  <a:srgbClr val="667B75"/>
                </a:solidFill>
              </a:defRPr>
            </a:lvl4pPr>
            <a:lvl5pPr algn="l">
              <a:defRPr sz="1200" b="0">
                <a:solidFill>
                  <a:srgbClr val="667B75"/>
                </a:solidFill>
              </a:defRPr>
            </a:lvl5pPr>
            <a:lvl6pPr algn="l">
              <a:defRPr sz="1200" b="0">
                <a:solidFill>
                  <a:srgbClr val="667B75"/>
                </a:solidFill>
              </a:defRPr>
            </a:lvl6pPr>
            <a:lvl7pPr algn="l">
              <a:defRPr sz="1200" b="0">
                <a:solidFill>
                  <a:srgbClr val="667B75"/>
                </a:solidFill>
              </a:defRPr>
            </a:lvl7pPr>
            <a:lvl8pPr algn="l">
              <a:defRPr sz="1200" b="0">
                <a:solidFill>
                  <a:srgbClr val="667B75"/>
                </a:solidFill>
              </a:defRPr>
            </a:lvl8pPr>
            <a:lvl9pPr algn="l">
              <a:defRPr sz="1200" b="0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B75"/>
                </a:solidFill>
              </a:defRPr>
            </a:pPr>
            <a:r>
              <a:rPr sz="1200" b="0">
                <a:solidFill>
                  <a:srgbClr val="667B75"/>
                </a:solidFill>
              </a:rPr>
              <a:t>Add departments and channels, then begin the agreed HMS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7AA5B-4996-4A7F-9FCA-824BD6AD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F6B52"/>
                </a:solidFill>
              </a:defRPr>
            </a:defPPr>
            <a:lvl1pPr algn="l">
              <a:defRPr sz="1350" b="1">
                <a:solidFill>
                  <a:srgbClr val="2F6B52"/>
                </a:solidFill>
              </a:defRPr>
            </a:lvl1pPr>
            <a:lvl2pPr algn="l">
              <a:defRPr sz="1350" b="1">
                <a:solidFill>
                  <a:srgbClr val="2F6B52"/>
                </a:solidFill>
              </a:defRPr>
            </a:lvl2pPr>
            <a:lvl3pPr algn="l">
              <a:defRPr sz="1350" b="1">
                <a:solidFill>
                  <a:srgbClr val="2F6B52"/>
                </a:solidFill>
              </a:defRPr>
            </a:lvl3pPr>
            <a:lvl4pPr algn="l">
              <a:defRPr sz="1350" b="1">
                <a:solidFill>
                  <a:srgbClr val="2F6B52"/>
                </a:solidFill>
              </a:defRPr>
            </a:lvl4pPr>
            <a:lvl5pPr algn="l">
              <a:defRPr sz="1350" b="1">
                <a:solidFill>
                  <a:srgbClr val="2F6B52"/>
                </a:solidFill>
              </a:defRPr>
            </a:lvl5pPr>
            <a:lvl6pPr algn="l">
              <a:defRPr sz="1350" b="1">
                <a:solidFill>
                  <a:srgbClr val="2F6B52"/>
                </a:solidFill>
              </a:defRPr>
            </a:lvl6pPr>
            <a:lvl7pPr algn="l">
              <a:defRPr sz="1350" b="1">
                <a:solidFill>
                  <a:srgbClr val="2F6B52"/>
                </a:solidFill>
              </a:defRPr>
            </a:lvl7pPr>
            <a:lvl8pPr algn="l">
              <a:defRPr sz="1350" b="1">
                <a:solidFill>
                  <a:srgbClr val="2F6B52"/>
                </a:solidFill>
              </a:defRPr>
            </a:lvl8pPr>
            <a:lvl9pPr algn="l">
              <a:defRPr sz="1350" b="1">
                <a:solidFill>
                  <a:srgbClr val="2F6B52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52"/>
                </a:solidFill>
              </a:defRPr>
            </a:pPr>
            <a:r>
              <a:rPr sz="1350" b="1">
                <a:solidFill>
                  <a:srgbClr val="2F6B52"/>
                </a:solidFill>
              </a:rPr>
              <a:t>Pilot success measures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AB0FD-B2D7-470B-B4E4-BB1AE64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7312D"/>
                </a:solidFill>
              </a:defRPr>
            </a:defPPr>
            <a:lvl1pPr algn="l">
              <a:defRPr sz="1350" b="1">
                <a:solidFill>
                  <a:srgbClr val="17312D"/>
                </a:solidFill>
              </a:defRPr>
            </a:lvl1pPr>
            <a:lvl2pPr algn="l">
              <a:defRPr sz="1350" b="1">
                <a:solidFill>
                  <a:srgbClr val="17312D"/>
                </a:solidFill>
              </a:defRPr>
            </a:lvl2pPr>
            <a:lvl3pPr algn="l">
              <a:defRPr sz="1350" b="1">
                <a:solidFill>
                  <a:srgbClr val="17312D"/>
                </a:solidFill>
              </a:defRPr>
            </a:lvl3pPr>
            <a:lvl4pPr algn="l">
              <a:defRPr sz="1350" b="1">
                <a:solidFill>
                  <a:srgbClr val="17312D"/>
                </a:solidFill>
              </a:defRPr>
            </a:lvl4pPr>
            <a:lvl5pPr algn="l">
              <a:defRPr sz="1350" b="1">
                <a:solidFill>
                  <a:srgbClr val="17312D"/>
                </a:solidFill>
              </a:defRPr>
            </a:lvl5pPr>
            <a:lvl6pPr algn="l">
              <a:defRPr sz="1350" b="1">
                <a:solidFill>
                  <a:srgbClr val="17312D"/>
                </a:solidFill>
              </a:defRPr>
            </a:lvl6pPr>
            <a:lvl7pPr algn="l">
              <a:defRPr sz="1350" b="1">
                <a:solidFill>
                  <a:srgbClr val="17312D"/>
                </a:solidFill>
              </a:defRPr>
            </a:lvl7pPr>
            <a:lvl8pPr algn="l">
              <a:defRPr sz="1350" b="1">
                <a:solidFill>
                  <a:srgbClr val="17312D"/>
                </a:solidFill>
              </a:defRPr>
            </a:lvl8pPr>
            <a:lvl9pPr algn="l">
              <a:defRPr sz="1350" b="1">
                <a:solidFill>
                  <a:srgbClr val="17312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12D"/>
                </a:solidFill>
              </a:defRPr>
            </a:pPr>
            <a:r>
              <a:rPr sz="1350" b="1">
                <a:solidFill>
                  <a:srgbClr val="17312D"/>
                </a:solidFill>
              </a:rPr>
              <a:t>Enquiries answered  •  confirmed bookings  •  time to confirmation  •  staff interventions  •  patient drop-off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29098-0EC0-4DE4-AC96-464511A8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667B75"/>
                </a:solidFill>
              </a:defRPr>
            </a:defPPr>
            <a:lvl1pPr algn="l">
              <a:defRPr sz="750" b="1">
                <a:solidFill>
                  <a:srgbClr val="667B75"/>
                </a:solidFill>
              </a:defRPr>
            </a:lvl1pPr>
            <a:lvl2pPr algn="l">
              <a:defRPr sz="750" b="1">
                <a:solidFill>
                  <a:srgbClr val="667B75"/>
                </a:solidFill>
              </a:defRPr>
            </a:lvl2pPr>
            <a:lvl3pPr algn="l">
              <a:defRPr sz="750" b="1">
                <a:solidFill>
                  <a:srgbClr val="667B75"/>
                </a:solidFill>
              </a:defRPr>
            </a:lvl3pPr>
            <a:lvl4pPr algn="l">
              <a:defRPr sz="750" b="1">
                <a:solidFill>
                  <a:srgbClr val="667B75"/>
                </a:solidFill>
              </a:defRPr>
            </a:lvl4pPr>
            <a:lvl5pPr algn="l">
              <a:defRPr sz="750" b="1">
                <a:solidFill>
                  <a:srgbClr val="667B75"/>
                </a:solidFill>
              </a:defRPr>
            </a:lvl5pPr>
            <a:lvl6pPr algn="l">
              <a:defRPr sz="750" b="1">
                <a:solidFill>
                  <a:srgbClr val="667B75"/>
                </a:solidFill>
              </a:defRPr>
            </a:lvl6pPr>
            <a:lvl7pPr algn="l">
              <a:defRPr sz="750" b="1">
                <a:solidFill>
                  <a:srgbClr val="667B75"/>
                </a:solidFill>
              </a:defRPr>
            </a:lvl7pPr>
            <a:lvl8pPr algn="l">
              <a:defRPr sz="750" b="1">
                <a:solidFill>
                  <a:srgbClr val="667B75"/>
                </a:solidFill>
              </a:defRPr>
            </a:lvl8pPr>
            <a:lvl9pPr algn="l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EXORA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156EA-F631-4CA9-AA3B-8B664D0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667B75"/>
                </a:solidFill>
              </a:defRPr>
            </a:defPPr>
            <a:lvl1pPr algn="r">
              <a:defRPr sz="750" b="1">
                <a:solidFill>
                  <a:srgbClr val="667B75"/>
                </a:solidFill>
              </a:defRPr>
            </a:lvl1pPr>
            <a:lvl2pPr algn="r">
              <a:defRPr sz="750" b="1">
                <a:solidFill>
                  <a:srgbClr val="667B75"/>
                </a:solidFill>
              </a:defRPr>
            </a:lvl2pPr>
            <a:lvl3pPr algn="r">
              <a:defRPr sz="750" b="1">
                <a:solidFill>
                  <a:srgbClr val="667B75"/>
                </a:solidFill>
              </a:defRPr>
            </a:lvl3pPr>
            <a:lvl4pPr algn="r">
              <a:defRPr sz="750" b="1">
                <a:solidFill>
                  <a:srgbClr val="667B75"/>
                </a:solidFill>
              </a:defRPr>
            </a:lvl4pPr>
            <a:lvl5pPr algn="r">
              <a:defRPr sz="750" b="1">
                <a:solidFill>
                  <a:srgbClr val="667B75"/>
                </a:solidFill>
              </a:defRPr>
            </a:lvl5pPr>
            <a:lvl6pPr algn="r">
              <a:defRPr sz="750" b="1">
                <a:solidFill>
                  <a:srgbClr val="667B75"/>
                </a:solidFill>
              </a:defRPr>
            </a:lvl6pPr>
            <a:lvl7pPr algn="r">
              <a:defRPr sz="750" b="1">
                <a:solidFill>
                  <a:srgbClr val="667B75"/>
                </a:solidFill>
              </a:defRPr>
            </a:lvl7pPr>
            <a:lvl8pPr algn="r">
              <a:defRPr sz="750" b="1">
                <a:solidFill>
                  <a:srgbClr val="667B75"/>
                </a:solidFill>
              </a:defRPr>
            </a:lvl8pPr>
            <a:lvl9pPr algn="r">
              <a:defRPr sz="750" b="1">
                <a:solidFill>
                  <a:srgbClr val="667B75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67B75"/>
                </a:solidFill>
              </a:defRPr>
            </a:pPr>
            <a:r>
              <a:rPr sz="750" b="1">
                <a:solidFill>
                  <a:srgbClr val="667B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0453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46FC7-49CB-459A-9771-6D15CE5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DCEFC8"/>
                </a:solidFill>
              </a:defRPr>
            </a:defPPr>
            <a:lvl1pPr algn="l">
              <a:defRPr sz="900" b="1">
                <a:solidFill>
                  <a:srgbClr val="DCEFC8"/>
                </a:solidFill>
              </a:defRPr>
            </a:lvl1pPr>
            <a:lvl2pPr algn="l">
              <a:defRPr sz="900" b="1">
                <a:solidFill>
                  <a:srgbClr val="DCEFC8"/>
                </a:solidFill>
              </a:defRPr>
            </a:lvl2pPr>
            <a:lvl3pPr algn="l">
              <a:defRPr sz="900" b="1">
                <a:solidFill>
                  <a:srgbClr val="DCEFC8"/>
                </a:solidFill>
              </a:defRPr>
            </a:lvl3pPr>
            <a:lvl4pPr algn="l">
              <a:defRPr sz="900" b="1">
                <a:solidFill>
                  <a:srgbClr val="DCEFC8"/>
                </a:solidFill>
              </a:defRPr>
            </a:lvl4pPr>
            <a:lvl5pPr algn="l">
              <a:defRPr sz="900" b="1">
                <a:solidFill>
                  <a:srgbClr val="DCEFC8"/>
                </a:solidFill>
              </a:defRPr>
            </a:lvl5pPr>
            <a:lvl6pPr algn="l">
              <a:defRPr sz="900" b="1">
                <a:solidFill>
                  <a:srgbClr val="DCEFC8"/>
                </a:solidFill>
              </a:defRPr>
            </a:lvl6pPr>
            <a:lvl7pPr algn="l">
              <a:defRPr sz="900" b="1">
                <a:solidFill>
                  <a:srgbClr val="DCEFC8"/>
                </a:solidFill>
              </a:defRPr>
            </a:lvl7pPr>
            <a:lvl8pPr algn="l">
              <a:defRPr sz="900" b="1">
                <a:solidFill>
                  <a:srgbClr val="DCEFC8"/>
                </a:solidFill>
              </a:defRPr>
            </a:lvl8pPr>
            <a:lvl9pPr algn="l">
              <a:defRPr sz="900" b="1">
                <a:solidFill>
                  <a:srgbClr val="DCEFC8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CEFC8"/>
                </a:solidFill>
              </a:defRPr>
            </a:pPr>
            <a:r>
              <a:rPr sz="900" b="1">
                <a:solidFill>
                  <a:srgbClr val="DCEFC8"/>
                </a:solidFill>
              </a:rPr>
              <a:t>RECOMMENDED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C35E6-19C5-4593-AF91-922C056C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</a:defRPr>
            </a:defPPr>
            <a:lvl1pPr algn="l">
              <a:defRPr sz="3150" b="1">
                <a:solidFill>
                  <a:srgbClr val="FFFFFF"/>
                </a:solidFill>
              </a:defRPr>
            </a:lvl1pPr>
            <a:lvl2pPr algn="l">
              <a:defRPr sz="3150" b="1">
                <a:solidFill>
                  <a:srgbClr val="FFFFFF"/>
                </a:solidFill>
              </a:defRPr>
            </a:lvl2pPr>
            <a:lvl3pPr algn="l">
              <a:defRPr sz="3150" b="1">
                <a:solidFill>
                  <a:srgbClr val="FFFFFF"/>
                </a:solidFill>
              </a:defRPr>
            </a:lvl3pPr>
            <a:lvl4pPr algn="l">
              <a:defRPr sz="3150" b="1">
                <a:solidFill>
                  <a:srgbClr val="FFFFFF"/>
                </a:solidFill>
              </a:defRPr>
            </a:lvl4pPr>
            <a:lvl5pPr algn="l">
              <a:defRPr sz="3150" b="1">
                <a:solidFill>
                  <a:srgbClr val="FFFFFF"/>
                </a:solidFill>
              </a:defRPr>
            </a:lvl5pPr>
            <a:lvl6pPr algn="l">
              <a:defRPr sz="3150" b="1">
                <a:solidFill>
                  <a:srgbClr val="FFFFFF"/>
                </a:solidFill>
              </a:defRPr>
            </a:lvl6pPr>
            <a:lvl7pPr algn="l">
              <a:defRPr sz="3150" b="1">
                <a:solidFill>
                  <a:srgbClr val="FFFFFF"/>
                </a:solidFill>
              </a:defRPr>
            </a:lvl7pPr>
            <a:lvl8pPr algn="l">
              <a:defRPr sz="3150" b="1">
                <a:solidFill>
                  <a:srgbClr val="FFFFFF"/>
                </a:solidFill>
              </a:defRPr>
            </a:lvl8pPr>
            <a:lvl9pPr algn="l"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Approve a focused patient acquisition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4084F-FBB7-43E4-A6A3-012CDC7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C7D8D1"/>
                </a:solidFill>
              </a:defRPr>
            </a:defPPr>
            <a:lvl1pPr algn="l">
              <a:defRPr sz="1650" b="0">
                <a:solidFill>
                  <a:srgbClr val="C7D8D1"/>
                </a:solidFill>
              </a:defRPr>
            </a:lvl1pPr>
            <a:lvl2pPr algn="l">
              <a:defRPr sz="1650" b="0">
                <a:solidFill>
                  <a:srgbClr val="C7D8D1"/>
                </a:solidFill>
              </a:defRPr>
            </a:lvl2pPr>
            <a:lvl3pPr algn="l">
              <a:defRPr sz="1650" b="0">
                <a:solidFill>
                  <a:srgbClr val="C7D8D1"/>
                </a:solidFill>
              </a:defRPr>
            </a:lvl3pPr>
            <a:lvl4pPr algn="l">
              <a:defRPr sz="1650" b="0">
                <a:solidFill>
                  <a:srgbClr val="C7D8D1"/>
                </a:solidFill>
              </a:defRPr>
            </a:lvl4pPr>
            <a:lvl5pPr algn="l">
              <a:defRPr sz="1650" b="0">
                <a:solidFill>
                  <a:srgbClr val="C7D8D1"/>
                </a:solidFill>
              </a:defRPr>
            </a:lvl5pPr>
            <a:lvl6pPr algn="l">
              <a:defRPr sz="1650" b="0">
                <a:solidFill>
                  <a:srgbClr val="C7D8D1"/>
                </a:solidFill>
              </a:defRPr>
            </a:lvl6pPr>
            <a:lvl7pPr algn="l">
              <a:defRPr sz="1650" b="0">
                <a:solidFill>
                  <a:srgbClr val="C7D8D1"/>
                </a:solidFill>
              </a:defRPr>
            </a:lvl7pPr>
            <a:lvl8pPr algn="l">
              <a:defRPr sz="1650" b="0">
                <a:solidFill>
                  <a:srgbClr val="C7D8D1"/>
                </a:solidFill>
              </a:defRPr>
            </a:lvl8pPr>
            <a:lvl9pPr algn="l">
              <a:defRPr sz="1650" b="0">
                <a:solidFill>
                  <a:srgbClr val="C7D8D1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7D8D1"/>
                </a:solidFill>
              </a:defRPr>
            </a:pPr>
            <a:r>
              <a:rPr sz="1650" b="0">
                <a:solidFill>
                  <a:srgbClr val="C7D8D1"/>
                </a:solidFill>
              </a:rPr>
              <a:t>Launch the channels that matter most, measure conversion, and use the same platform as the foundation for HMS expansion.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E050A-0D64-47B9-945A-9008F191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238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992DF-3E12-44A8-9093-C13EF3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 pilot facility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8DEA1-0FC5-4006-BD7D-B593A737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Selected departments and doctors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64B5F-4053-490D-B2CD-11C656B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67125"/>
            <a:ext cx="3238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DADAA-8763-40B9-A768-F921215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67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 connected entry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5482C-7EF0-4FFA-B3EA-40C1637A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B9CEC5"/>
                </a:solidFill>
              </a:defRPr>
            </a:defPPr>
            <a:lvl1pPr algn="l">
              <a:defRPr sz="1125" b="0">
                <a:solidFill>
                  <a:srgbClr val="B9CEC5"/>
                </a:solidFill>
              </a:defRPr>
            </a:lvl1pPr>
            <a:lvl2pPr algn="l">
              <a:defRPr sz="1125" b="0">
                <a:solidFill>
                  <a:srgbClr val="B9CEC5"/>
                </a:solidFill>
              </a:defRPr>
            </a:lvl2pPr>
            <a:lvl3pPr algn="l">
              <a:defRPr sz="1125" b="0">
                <a:solidFill>
                  <a:srgbClr val="B9CEC5"/>
                </a:solidFill>
              </a:defRPr>
            </a:lvl3pPr>
            <a:lvl4pPr algn="l">
              <a:defRPr sz="1125" b="0">
                <a:solidFill>
                  <a:srgbClr val="B9CEC5"/>
                </a:solidFill>
              </a:defRPr>
            </a:lvl4pPr>
            <a:lvl5pPr algn="l">
              <a:defRPr sz="1125" b="0">
                <a:solidFill>
                  <a:srgbClr val="B9CEC5"/>
                </a:solidFill>
              </a:defRPr>
            </a:lvl5pPr>
            <a:lvl6pPr algn="l">
              <a:defRPr sz="1125" b="0">
                <a:solidFill>
                  <a:srgbClr val="B9CEC5"/>
                </a:solidFill>
              </a:defRPr>
            </a:lvl6pPr>
            <a:lvl7pPr algn="l">
              <a:defRPr sz="1125" b="0">
                <a:solidFill>
                  <a:srgbClr val="B9CEC5"/>
                </a:solidFill>
              </a:defRPr>
            </a:lvl7pPr>
            <a:lvl8pPr algn="l">
              <a:defRPr sz="1125" b="0">
                <a:solidFill>
                  <a:srgbClr val="B9CEC5"/>
                </a:solidFill>
              </a:defRPr>
            </a:lvl8pPr>
            <a:lvl9pPr algn="l">
              <a:defRPr sz="1125" b="0">
                <a:solidFill>
                  <a:srgbClr val="B9CEC5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EC5"/>
                </a:solidFill>
              </a:defRPr>
            </a:pPr>
            <a:r>
              <a:rPr sz="1125" b="0">
                <a:solidFill>
                  <a:srgbClr val="B9CEC5"/>
                </a:solidFill>
              </a:rPr>
              <a:t>Voice, WhatsApp, web and staff desk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CEDBF-9430-4D0B-9ABC-EC13119C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3238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F90ED-DE29-44FB-804A-9D87202A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67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2923"/>
                </a:solidFill>
              </a:defRPr>
            </a:defPPr>
            <a:lvl1pPr algn="l">
              <a:defRPr sz="1875" b="1">
                <a:solidFill>
                  <a:srgbClr val="102923"/>
                </a:solidFill>
              </a:defRPr>
            </a:lvl1pPr>
            <a:lvl2pPr algn="l">
              <a:defRPr sz="1875" b="1">
                <a:solidFill>
                  <a:srgbClr val="102923"/>
                </a:solidFill>
              </a:defRPr>
            </a:lvl2pPr>
            <a:lvl3pPr algn="l">
              <a:defRPr sz="1875" b="1">
                <a:solidFill>
                  <a:srgbClr val="102923"/>
                </a:solidFill>
              </a:defRPr>
            </a:lvl3pPr>
            <a:lvl4pPr algn="l">
              <a:defRPr sz="1875" b="1">
                <a:solidFill>
                  <a:srgbClr val="102923"/>
                </a:solidFill>
              </a:defRPr>
            </a:lvl4pPr>
            <a:lvl5pPr algn="l">
              <a:defRPr sz="1875" b="1">
                <a:solidFill>
                  <a:srgbClr val="102923"/>
                </a:solidFill>
              </a:defRPr>
            </a:lvl5pPr>
            <a:lvl6pPr algn="l">
              <a:defRPr sz="1875" b="1">
                <a:solidFill>
                  <a:srgbClr val="102923"/>
                </a:solidFill>
              </a:defRPr>
            </a:lvl6pPr>
            <a:lvl7pPr algn="l">
              <a:defRPr sz="1875" b="1">
                <a:solidFill>
                  <a:srgbClr val="102923"/>
                </a:solidFill>
              </a:defRPr>
            </a:lvl7pPr>
            <a:lvl8pPr algn="l">
              <a:defRPr sz="1875" b="1">
                <a:solidFill>
                  <a:srgbClr val="102923"/>
                </a:solidFill>
              </a:defRPr>
            </a:lvl8pPr>
            <a:lvl9pPr algn="l">
              <a:defRPr sz="1875" b="1">
                <a:solidFill>
                  <a:srgbClr val="10292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923"/>
                </a:solidFill>
              </a:defRPr>
            </a:pPr>
            <a:r>
              <a:rPr sz="1875" b="1">
                <a:solidFill>
                  <a:srgbClr val="102923"/>
                </a:solidFill>
              </a:rPr>
              <a:t>One booking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63E56-DCD2-4306-B84B-8523BF83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05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102923"/>
                </a:solidFill>
              </a:defRPr>
            </a:defPPr>
            <a:lvl1pPr algn="l">
              <a:defRPr sz="1125" b="0">
                <a:solidFill>
                  <a:srgbClr val="102923"/>
                </a:solidFill>
              </a:defRPr>
            </a:lvl1pPr>
            <a:lvl2pPr algn="l">
              <a:defRPr sz="1125" b="0">
                <a:solidFill>
                  <a:srgbClr val="102923"/>
                </a:solidFill>
              </a:defRPr>
            </a:lvl2pPr>
            <a:lvl3pPr algn="l">
              <a:defRPr sz="1125" b="0">
                <a:solidFill>
                  <a:srgbClr val="102923"/>
                </a:solidFill>
              </a:defRPr>
            </a:lvl3pPr>
            <a:lvl4pPr algn="l">
              <a:defRPr sz="1125" b="0">
                <a:solidFill>
                  <a:srgbClr val="102923"/>
                </a:solidFill>
              </a:defRPr>
            </a:lvl4pPr>
            <a:lvl5pPr algn="l">
              <a:defRPr sz="1125" b="0">
                <a:solidFill>
                  <a:srgbClr val="102923"/>
                </a:solidFill>
              </a:defRPr>
            </a:lvl5pPr>
            <a:lvl6pPr algn="l">
              <a:defRPr sz="1125" b="0">
                <a:solidFill>
                  <a:srgbClr val="102923"/>
                </a:solidFill>
              </a:defRPr>
            </a:lvl6pPr>
            <a:lvl7pPr algn="l">
              <a:defRPr sz="1125" b="0">
                <a:solidFill>
                  <a:srgbClr val="102923"/>
                </a:solidFill>
              </a:defRPr>
            </a:lvl7pPr>
            <a:lvl8pPr algn="l">
              <a:defRPr sz="1125" b="0">
                <a:solidFill>
                  <a:srgbClr val="102923"/>
                </a:solidFill>
              </a:defRPr>
            </a:lvl8pPr>
            <a:lvl9pPr algn="l">
              <a:defRPr sz="1125" b="0">
                <a:solidFill>
                  <a:srgbClr val="102923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02923"/>
                </a:solidFill>
              </a:defRPr>
            </a:pPr>
            <a:r>
              <a:rPr sz="1125" b="0">
                <a:solidFill>
                  <a:srgbClr val="102923"/>
                </a:solidFill>
              </a:rPr>
              <a:t>Clear ownership and measurable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6095B-BFF8-4BB2-AF18-E6175CC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DCEFC8"/>
                </a:solidFill>
              </a:defRPr>
            </a:defPPr>
            <a:lvl1pPr algn="l">
              <a:defRPr sz="1425" b="1">
                <a:solidFill>
                  <a:srgbClr val="DCEFC8"/>
                </a:solidFill>
              </a:defRPr>
            </a:lvl1pPr>
            <a:lvl2pPr algn="l">
              <a:defRPr sz="1425" b="1">
                <a:solidFill>
                  <a:srgbClr val="DCEFC8"/>
                </a:solidFill>
              </a:defRPr>
            </a:lvl2pPr>
            <a:lvl3pPr algn="l">
              <a:defRPr sz="1425" b="1">
                <a:solidFill>
                  <a:srgbClr val="DCEFC8"/>
                </a:solidFill>
              </a:defRPr>
            </a:lvl3pPr>
            <a:lvl4pPr algn="l">
              <a:defRPr sz="1425" b="1">
                <a:solidFill>
                  <a:srgbClr val="DCEFC8"/>
                </a:solidFill>
              </a:defRPr>
            </a:lvl4pPr>
            <a:lvl5pPr algn="l">
              <a:defRPr sz="1425" b="1">
                <a:solidFill>
                  <a:srgbClr val="DCEFC8"/>
                </a:solidFill>
              </a:defRPr>
            </a:lvl5pPr>
            <a:lvl6pPr algn="l">
              <a:defRPr sz="1425" b="1">
                <a:solidFill>
                  <a:srgbClr val="DCEFC8"/>
                </a:solidFill>
              </a:defRPr>
            </a:lvl6pPr>
            <a:lvl7pPr algn="l">
              <a:defRPr sz="1425" b="1">
                <a:solidFill>
                  <a:srgbClr val="DCEFC8"/>
                </a:solidFill>
              </a:defRPr>
            </a:lvl7pPr>
            <a:lvl8pPr algn="l">
              <a:defRPr sz="1425" b="1">
                <a:solidFill>
                  <a:srgbClr val="DCEFC8"/>
                </a:solidFill>
              </a:defRPr>
            </a:lvl8pPr>
            <a:lvl9pPr algn="l">
              <a:defRPr sz="1425" b="1">
                <a:solidFill>
                  <a:srgbClr val="DCEFC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CEFC8"/>
                </a:solidFill>
              </a:defRPr>
            </a:pPr>
            <a:r>
              <a:rPr sz="1425" b="1">
                <a:solidFill>
                  <a:srgbClr val="DCEFC8"/>
                </a:solidFill>
              </a:rPr>
              <a:t>Decision for tomorrow: nominate the pilot facility, operational owner and preferred first channel.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65E8A-615D-45A3-8C91-C170887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50" b="1">
                <a:solidFill>
                  <a:srgbClr val="AEC2BA"/>
                </a:solidFill>
              </a:defRPr>
            </a:defPPr>
            <a:lvl1pPr algn="l">
              <a:defRPr sz="750" b="1">
                <a:solidFill>
                  <a:srgbClr val="AEC2BA"/>
                </a:solidFill>
              </a:defRPr>
            </a:lvl1pPr>
            <a:lvl2pPr algn="l">
              <a:defRPr sz="750" b="1">
                <a:solidFill>
                  <a:srgbClr val="AEC2BA"/>
                </a:solidFill>
              </a:defRPr>
            </a:lvl2pPr>
            <a:lvl3pPr algn="l">
              <a:defRPr sz="750" b="1">
                <a:solidFill>
                  <a:srgbClr val="AEC2BA"/>
                </a:solidFill>
              </a:defRPr>
            </a:lvl3pPr>
            <a:lvl4pPr algn="l">
              <a:defRPr sz="750" b="1">
                <a:solidFill>
                  <a:srgbClr val="AEC2BA"/>
                </a:solidFill>
              </a:defRPr>
            </a:lvl4pPr>
            <a:lvl5pPr algn="l">
              <a:defRPr sz="750" b="1">
                <a:solidFill>
                  <a:srgbClr val="AEC2BA"/>
                </a:solidFill>
              </a:defRPr>
            </a:lvl5pPr>
            <a:lvl6pPr algn="l">
              <a:defRPr sz="750" b="1">
                <a:solidFill>
                  <a:srgbClr val="AEC2BA"/>
                </a:solidFill>
              </a:defRPr>
            </a:lvl6pPr>
            <a:lvl7pPr algn="l">
              <a:defRPr sz="750" b="1">
                <a:solidFill>
                  <a:srgbClr val="AEC2BA"/>
                </a:solidFill>
              </a:defRPr>
            </a:lvl7pPr>
            <a:lvl8pPr algn="l">
              <a:defRPr sz="750" b="1">
                <a:solidFill>
                  <a:srgbClr val="AEC2BA"/>
                </a:solidFill>
              </a:defRPr>
            </a:lvl8pPr>
            <a:lvl9pPr algn="l">
              <a:defRPr sz="750" b="1">
                <a:solidFill>
                  <a:srgbClr val="AEC2B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AEC2BA"/>
                </a:solidFill>
              </a:defRPr>
            </a:pPr>
            <a:r>
              <a:rPr sz="750" b="1">
                <a:solidFill>
                  <a:srgbClr val="AEC2BA"/>
                </a:solidFill>
              </a:rPr>
              <a:t>EXORA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A68A6-B232-4784-BBA7-2E2259F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1">
                <a:solidFill>
                  <a:srgbClr val="AEC2BA"/>
                </a:solidFill>
              </a:defRPr>
            </a:defPPr>
            <a:lvl1pPr algn="r">
              <a:defRPr sz="750" b="1">
                <a:solidFill>
                  <a:srgbClr val="AEC2BA"/>
                </a:solidFill>
              </a:defRPr>
            </a:lvl1pPr>
            <a:lvl2pPr algn="r">
              <a:defRPr sz="750" b="1">
                <a:solidFill>
                  <a:srgbClr val="AEC2BA"/>
                </a:solidFill>
              </a:defRPr>
            </a:lvl2pPr>
            <a:lvl3pPr algn="r">
              <a:defRPr sz="750" b="1">
                <a:solidFill>
                  <a:srgbClr val="AEC2BA"/>
                </a:solidFill>
              </a:defRPr>
            </a:lvl3pPr>
            <a:lvl4pPr algn="r">
              <a:defRPr sz="750" b="1">
                <a:solidFill>
                  <a:srgbClr val="AEC2BA"/>
                </a:solidFill>
              </a:defRPr>
            </a:lvl4pPr>
            <a:lvl5pPr algn="r">
              <a:defRPr sz="750" b="1">
                <a:solidFill>
                  <a:srgbClr val="AEC2BA"/>
                </a:solidFill>
              </a:defRPr>
            </a:lvl5pPr>
            <a:lvl6pPr algn="r">
              <a:defRPr sz="750" b="1">
                <a:solidFill>
                  <a:srgbClr val="AEC2BA"/>
                </a:solidFill>
              </a:defRPr>
            </a:lvl6pPr>
            <a:lvl7pPr algn="r">
              <a:defRPr sz="750" b="1">
                <a:solidFill>
                  <a:srgbClr val="AEC2BA"/>
                </a:solidFill>
              </a:defRPr>
            </a:lvl7pPr>
            <a:lvl8pPr algn="r">
              <a:defRPr sz="750" b="1">
                <a:solidFill>
                  <a:srgbClr val="AEC2BA"/>
                </a:solidFill>
              </a:defRPr>
            </a:lvl8pPr>
            <a:lvl9pPr algn="r">
              <a:defRPr sz="750" b="1">
                <a:solidFill>
                  <a:srgbClr val="AEC2BA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AEC2BA"/>
                </a:solidFill>
              </a:defRPr>
            </a:pPr>
            <a:r>
              <a:rPr sz="750" b="1">
                <a:solidFill>
                  <a:srgbClr val="AEC2B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2390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2026-10-18T07:06:45.9200000Z</dcterms:created>
  <dcterms:modified xsi:type="dcterms:W3CDTF">2026-10-18T07:06:45.9200000Z</dcterms:modified>
</coreProperties>
</file>